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4" r:id="rId1"/>
    <p:sldMasterId id="2147483697" r:id="rId2"/>
    <p:sldMasterId id="2147483709" r:id="rId3"/>
    <p:sldMasterId id="2147483711" r:id="rId4"/>
  </p:sldMasterIdLst>
  <p:notesMasterIdLst>
    <p:notesMasterId r:id="rId20"/>
  </p:notesMasterIdLst>
  <p:sldIdLst>
    <p:sldId id="569" r:id="rId5"/>
    <p:sldId id="542" r:id="rId6"/>
    <p:sldId id="611" r:id="rId7"/>
    <p:sldId id="984" r:id="rId8"/>
    <p:sldId id="985" r:id="rId9"/>
    <p:sldId id="830" r:id="rId10"/>
    <p:sldId id="977" r:id="rId11"/>
    <p:sldId id="976" r:id="rId12"/>
    <p:sldId id="978" r:id="rId13"/>
    <p:sldId id="979" r:id="rId14"/>
    <p:sldId id="980" r:id="rId15"/>
    <p:sldId id="982" r:id="rId16"/>
    <p:sldId id="981" r:id="rId17"/>
    <p:sldId id="983" r:id="rId18"/>
    <p:sldId id="986" r:id="rId19"/>
  </p:sldIdLst>
  <p:sldSz cx="18288000" cy="10287000"/>
  <p:notesSz cx="6858000" cy="9144000"/>
  <p:embeddedFontLst>
    <p:embeddedFont>
      <p:font typeface="Noto Sans T Chinese" panose="02020500000000000000" charset="-120"/>
      <p:regular r:id="rId21"/>
    </p:embeddedFont>
    <p:embeddedFont>
      <p:font typeface="Noto Sans T Chinese Bold" panose="02020500000000000000" charset="-120"/>
      <p:regular r:id="rId22"/>
      <p:bold r:id="rId23"/>
    </p:embeddedFont>
    <p:embeddedFont>
      <p:font typeface="微軟正黑體" panose="020B0604030504040204" pitchFamily="34" charset="-120"/>
      <p:regular r:id="rId24"/>
      <p:bold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0" userDrawn="1">
          <p15:clr>
            <a:srgbClr val="A4A3A4"/>
          </p15:clr>
        </p15:guide>
        <p15:guide id="2" orient="horz" pos="984" userDrawn="1">
          <p15:clr>
            <a:srgbClr val="A4A3A4"/>
          </p15:clr>
        </p15:guide>
        <p15:guide id="3" pos="2016" userDrawn="1">
          <p15:clr>
            <a:srgbClr val="A4A3A4"/>
          </p15:clr>
        </p15:guide>
        <p15:guide id="4" orient="horz" pos="544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BEFB394-13E5-8015-21B7-04B2D433841B}" name="千育 黃" initials="千黃" userId="3351a577e5780585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福 嘉" initials="福嘉" lastIdx="2" clrIdx="0">
    <p:extLst>
      <p:ext uri="{19B8F6BF-5375-455C-9EA6-DF929625EA0E}">
        <p15:presenceInfo xmlns:p15="http://schemas.microsoft.com/office/powerpoint/2012/main" userId="e40bd4c0196572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淺色樣式 1 - 輔色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淺色樣式 3 - 輔色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中等深淺樣式 4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269D01E-BC32-4049-B463-5C60D7B0CCD2}" styleName="佈景主題樣式 2 - 輔色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27102A9-8310-4765-A935-A1911B00CA55}" styleName="淺色樣式 1 - 輔色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014" autoAdjust="0"/>
  </p:normalViewPr>
  <p:slideViewPr>
    <p:cSldViewPr>
      <p:cViewPr varScale="1">
        <p:scale>
          <a:sx n="70" d="100"/>
          <a:sy n="70" d="100"/>
        </p:scale>
        <p:origin x="810" y="48"/>
      </p:cViewPr>
      <p:guideLst>
        <p:guide orient="horz" pos="360"/>
        <p:guide orient="horz" pos="984"/>
        <p:guide pos="2016"/>
        <p:guide orient="horz" pos="54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66" d="100"/>
        <a:sy n="66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21" Type="http://schemas.openxmlformats.org/officeDocument/2006/relationships/font" Target="fonts/font1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5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4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3.fntdata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8/10/relationships/authors" Target="author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15.09.2026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C0B741-42E5-1465-ABD6-1F6B120226B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86000" y="1684338"/>
            <a:ext cx="13716000" cy="3581400"/>
          </a:xfrm>
        </p:spPr>
        <p:txBody>
          <a:bodyPr anchor="b">
            <a:normAutofit/>
          </a:bodyPr>
          <a:lstStyle>
            <a:lvl1pPr algn="ctr"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141BF1E-1183-F4D9-31BA-19DAB84A5B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850"/>
            <a:ext cx="13716000" cy="248285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AE72352-EF93-4F0D-19CE-DEF156A16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EC467B18-6AF1-AD69-A88D-DBFB12F492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53397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4EA77C1E-36FC-7869-8B16-7C291C64B59A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1257300" y="2247900"/>
            <a:ext cx="15773400" cy="7018338"/>
          </a:xfrm>
        </p:spPr>
        <p:txBody>
          <a:bodyPr/>
          <a:lstStyle>
            <a:lvl1pPr marL="360000" indent="-360000">
              <a:defRPr sz="4800"/>
            </a:lvl1pPr>
            <a:lvl2pPr marL="817200" indent="-360000">
              <a:defRPr sz="4000"/>
            </a:lvl2pPr>
          </a:lstStyle>
          <a:p>
            <a:pPr lvl="0"/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按一下以編輯母片文字樣式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按一下以編輯母片文字樣式</a:t>
            </a:r>
            <a:endParaRPr kumimoji="1" lang="en-US" altLang="zh-TW" dirty="0"/>
          </a:p>
          <a:p>
            <a:pPr lvl="2"/>
            <a:endParaRPr kumimoji="1" lang="zh-TW" alt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BBD8088-9FA9-A260-59FD-D9BD267DDE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ACF6D7F-41D8-B39C-53CF-5EFEB8FB10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3FBFAD7-0402-4F01-B732-342F18C7B6CA}" type="datetime1">
              <a:rPr kumimoji="1" lang="zh-TW" altLang="en-US" smtClean="0"/>
              <a:t>2026/9/15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FC7BAB8-8BD0-DE27-A563-5986B9AD6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A7CF6FD6-0C7B-0A95-C4DA-2B26DF1BD5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65877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E5D04E-4D47-43EE-78F1-7448A75EFF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7775" y="2565400"/>
            <a:ext cx="15773400" cy="4278313"/>
          </a:xfrm>
        </p:spPr>
        <p:txBody>
          <a:bodyPr anchor="b">
            <a:normAutofit/>
          </a:bodyPr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72DE567-F901-D024-470D-9F031143E3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988"/>
            <a:ext cx="15773400" cy="22494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3338DDA-3E84-F35C-BE9E-9FBE46665D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3D764496-107C-4BC6-82D1-6096F14FE204}" type="datetime1">
              <a:rPr kumimoji="1" lang="zh-TW" altLang="en-US" smtClean="0"/>
              <a:t>2026/9/15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929E915-A1BF-C5F6-4156-9F2B109A2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84C8B336-07A4-388F-6500-317D9CC32D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73171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09E84FCB-6254-E983-C629-B444EC853F49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1257300" y="2247900"/>
            <a:ext cx="7810500" cy="7018338"/>
          </a:xfrm>
        </p:spPr>
        <p:txBody>
          <a:bodyPr/>
          <a:lstStyle>
            <a:lvl1pPr marL="360000" indent="-360000">
              <a:defRPr sz="4000"/>
            </a:lvl1pPr>
            <a:lvl2pPr marL="817200" indent="-360000">
              <a:defRPr sz="3200"/>
            </a:lvl2pPr>
          </a:lstStyle>
          <a:p>
            <a:pPr lvl="0"/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按一下以編輯母片文字樣式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按一下以編輯母片文字樣式</a:t>
            </a:r>
            <a:endParaRPr kumimoji="1" lang="en-US" altLang="zh-TW" dirty="0"/>
          </a:p>
          <a:p>
            <a:pPr lvl="2"/>
            <a:endParaRPr kumimoji="1" lang="zh-TW" alt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6EED68E-682A-DC34-53EA-FBE4D68F79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66C0E0D-5D99-AC6E-7CF5-F6F5B054124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9220200" y="2738438"/>
            <a:ext cx="7810500" cy="6527800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 err="1"/>
              <a:t>aaa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ED4EF0E-0CC4-80B2-EA7D-2A0CDFAB42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0ADACEE0-7072-4FC0-A3DF-6D2127F01293}" type="datetime1">
              <a:rPr kumimoji="1" lang="zh-TW" altLang="en-US" smtClean="0"/>
              <a:t>2026/9/15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A042F19-19A8-0023-8B7F-5B6602727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C22E50B0-D0D0-7802-A0CB-DAE5074255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35904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EED68E-682A-DC34-53EA-FBE4D68F79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66C0E0D-5D99-AC6E-7CF5-F6F5B054124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9220200" y="2738438"/>
            <a:ext cx="7810500" cy="5603499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 err="1"/>
              <a:t>aaa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ED4EF0E-0CC4-80B2-EA7D-2A0CDFAB42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0ADACEE0-7072-4FC0-A3DF-6D2127F01293}" type="datetime1">
              <a:rPr kumimoji="1" lang="zh-TW" altLang="en-US" smtClean="0"/>
              <a:t>2026/9/15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A042F19-19A8-0023-8B7F-5B6602727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C22E50B0-D0D0-7802-A0CB-DAE5074255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  <p:sp>
        <p:nvSpPr>
          <p:cNvPr id="7" name="文字版面配置區 2">
            <a:extLst>
              <a:ext uri="{FF2B5EF4-FFF2-40B4-BE49-F238E27FC236}">
                <a16:creationId xmlns:a16="http://schemas.microsoft.com/office/drawing/2014/main" id="{5C4A3EFA-2853-7541-35A9-216299E62F7A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9220200" y="8610224"/>
            <a:ext cx="7810500" cy="6560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Font typeface="Wingdings" panose="05000000000000000000" pitchFamily="2" charset="2"/>
              <a:buNone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>
              <a:buFont typeface="Wingdings" panose="05000000000000000000" pitchFamily="2" charset="2"/>
              <a:buChar char="u"/>
              <a:defRPr sz="38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914400" indent="0">
              <a:buFont typeface="Arial" panose="020B0604020202020204" pitchFamily="34" charset="0"/>
              <a:buNone/>
              <a:defRPr sz="38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>
              <a:defRPr sz="3800" b="1"/>
            </a:lvl4pPr>
            <a:lvl5pPr>
              <a:defRPr sz="3800" b="1"/>
            </a:lvl5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  <a:p>
            <a:pPr lvl="2"/>
            <a:endParaRPr kumimoji="1" lang="zh-TW" altLang="en-US" dirty="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AD57E72-237B-018F-2315-237C9AC48350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1257300" y="2247900"/>
            <a:ext cx="7810500" cy="7018338"/>
          </a:xfrm>
        </p:spPr>
        <p:txBody>
          <a:bodyPr/>
          <a:lstStyle>
            <a:lvl1pPr marL="360000" indent="-360000">
              <a:defRPr sz="4000"/>
            </a:lvl1pPr>
            <a:lvl2pPr marL="817200" indent="-360000">
              <a:defRPr sz="3200"/>
            </a:lvl2pPr>
          </a:lstStyle>
          <a:p>
            <a:pPr lvl="0"/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按一下以編輯母片文字樣式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按一下以編輯母片文字樣式</a:t>
            </a:r>
            <a:endParaRPr kumimoji="1" lang="en-US" altLang="zh-TW" dirty="0"/>
          </a:p>
          <a:p>
            <a:pPr lvl="2"/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77897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26992C-4CD5-CB5A-C39F-ADCE98740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8283551-2DCE-97F9-7AEC-524CEF86AC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07B0639C-65BF-4730-B6A6-3F0CA845C175}" type="datetime1">
              <a:rPr kumimoji="1" lang="zh-TW" altLang="en-US" smtClean="0"/>
              <a:t>2026/9/15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1856971-1E57-94D4-57F1-937235B0E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7">
            <a:extLst>
              <a:ext uri="{FF2B5EF4-FFF2-40B4-BE49-F238E27FC236}">
                <a16:creationId xmlns:a16="http://schemas.microsoft.com/office/drawing/2014/main" id="{FD3CDB95-C38C-B8CA-C0E4-FB4A34D03B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4501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ACC9509-B0B8-401A-A7FA-41C5B96D93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11FBDE0-E058-4CA5-AE42-568EE12C4A8B}" type="datetime1">
              <a:rPr kumimoji="1" lang="zh-TW" altLang="en-US" smtClean="0"/>
              <a:t>2026/9/15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FF1C392-E421-74FC-EFD8-8C3434F3E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7">
            <a:extLst>
              <a:ext uri="{FF2B5EF4-FFF2-40B4-BE49-F238E27FC236}">
                <a16:creationId xmlns:a16="http://schemas.microsoft.com/office/drawing/2014/main" id="{855A80D3-BDF2-48CF-E7CB-ADCD509F09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79004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C2C5AF-3C9C-7813-4FC3-399E96D20B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475" y="685800"/>
            <a:ext cx="5897563" cy="2400300"/>
          </a:xfrm>
        </p:spPr>
        <p:txBody>
          <a:bodyPr anchor="b">
            <a:noAutofit/>
          </a:bodyPr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B0F9F75-DE3A-6D87-8CB5-D2A69C6D8B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 err="1"/>
              <a:t>aaa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C133771-3DFF-A976-6D23-EDE42161334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260475" y="3086100"/>
            <a:ext cx="5897563" cy="57181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387657A-7CDF-4C7F-D996-47CAFF0698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D7459946-82D3-42A7-84F1-623C3C564817}" type="datetime1">
              <a:rPr kumimoji="1" lang="zh-TW" altLang="en-US" smtClean="0"/>
              <a:t>2026/9/15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CD3B01B-AB38-0EE4-33D9-A50CF828D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AB7CFE1E-8826-91D2-2D47-C95C47EC6C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4116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ED2BFD-F769-A0BD-54C6-F2F933E4C4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475" y="685800"/>
            <a:ext cx="5897563" cy="2400300"/>
          </a:xfrm>
        </p:spPr>
        <p:txBody>
          <a:bodyPr anchor="b">
            <a:noAutofit/>
          </a:bodyPr>
          <a:lstStyle>
            <a:lvl1pPr>
              <a:defRPr sz="720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55E28832-B687-C31C-E2FD-D9409158F0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3224487-E447-AFE7-356C-AB99004ECF5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260475" y="3086100"/>
            <a:ext cx="5897563" cy="57181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A16E35D-65E1-6ACA-0F62-B898A8FC08B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F1961DFA-F181-47E3-ADA4-F98B9052DC15}" type="datetime1">
              <a:rPr kumimoji="1" lang="zh-TW" altLang="en-US" smtClean="0"/>
              <a:t>2026/9/15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4E56FBD-53DB-DCD2-931D-D73089301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AD65ACE4-05A8-7C9F-6CDB-F69B9E3F4E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85672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AE6F94-6A13-E34B-C804-8C03B426F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5022DE6-1FBE-B7FD-3191-125EAD3279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3CA057-593A-8A20-2209-34BE5820B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7E372C5-1E45-4E86-B4AC-40865EEEB98C}" type="datetime1">
              <a:rPr kumimoji="1" lang="zh-TW" altLang="en-US" smtClean="0"/>
              <a:t>2026/9/15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E3469F-EDD2-6A93-3BA0-2073D8202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ED31DDFD-0DA9-B357-4ECD-D681A48273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82762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圖片且有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圖片版面配置區 2">
            <a:extLst>
              <a:ext uri="{FF2B5EF4-FFF2-40B4-BE49-F238E27FC236}">
                <a16:creationId xmlns:a16="http://schemas.microsoft.com/office/drawing/2014/main" id="{56691237-12E0-A3EB-2603-2244F89B1732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1257299" y="2247900"/>
            <a:ext cx="15773397" cy="60896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7AE6F94-6A13-E34B-C804-8C03B426F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3CA057-593A-8A20-2209-34BE5820B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7E372C5-1E45-4E86-B4AC-40865EEEB98C}" type="datetime1">
              <a:rPr kumimoji="1" lang="zh-TW" altLang="en-US" smtClean="0"/>
              <a:t>2026/9/15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E3469F-EDD2-6A93-3BA0-2073D8202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ED31DDFD-0DA9-B357-4ECD-D681A48273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3432D567-D258-670E-CDA4-B405B09C0443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Font typeface="Wingdings" panose="05000000000000000000" pitchFamily="2" charset="2"/>
              <a:buNone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>
              <a:buFont typeface="Wingdings" panose="05000000000000000000" pitchFamily="2" charset="2"/>
              <a:buChar char="u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>
              <a:buFont typeface="Wingdings" panose="05000000000000000000" pitchFamily="2" charset="2"/>
              <a:buChar char="n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>
              <a:defRPr sz="3800" b="1"/>
            </a:lvl4pPr>
            <a:lvl5pPr>
              <a:defRPr sz="3800" b="1"/>
            </a:lvl5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6604976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有說明文字且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圖片版面配置區 2">
            <a:extLst>
              <a:ext uri="{FF2B5EF4-FFF2-40B4-BE49-F238E27FC236}">
                <a16:creationId xmlns:a16="http://schemas.microsoft.com/office/drawing/2014/main" id="{56691237-12E0-A3EB-2603-2244F89B1732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1257300" y="3244848"/>
            <a:ext cx="15773397" cy="60896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7AE6F94-6A13-E34B-C804-8C03B426F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3CA057-593A-8A20-2209-34BE5820B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7E372C5-1E45-4E86-B4AC-40865EEEB98C}" type="datetime1">
              <a:rPr kumimoji="1" lang="zh-TW" altLang="en-US" smtClean="0"/>
              <a:t>2026/9/15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E3469F-EDD2-6A93-3BA0-2073D8202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ED31DDFD-0DA9-B357-4ECD-D681A48273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3432D567-D258-670E-CDA4-B405B09C0443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257299" y="22479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Font typeface="Wingdings" panose="05000000000000000000" pitchFamily="2" charset="2"/>
              <a:buNone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just">
              <a:buFont typeface="Wingdings" panose="05000000000000000000" pitchFamily="2" charset="2"/>
              <a:buChar char="u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just">
              <a:buFont typeface="Wingdings" panose="05000000000000000000" pitchFamily="2" charset="2"/>
              <a:buChar char="n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>
              <a:defRPr sz="3800" b="1"/>
            </a:lvl4pPr>
            <a:lvl5pPr>
              <a:defRPr sz="3800" b="1"/>
            </a:lvl5pPr>
          </a:lstStyle>
          <a:p>
            <a:pPr lvl="0"/>
            <a:r>
              <a:rPr kumimoji="1" lang="en-US" altLang="zh-TW" dirty="0"/>
              <a:t>	</a:t>
            </a:r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5003161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圖片且上下有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圖片版面配置區 2">
            <a:extLst>
              <a:ext uri="{FF2B5EF4-FFF2-40B4-BE49-F238E27FC236}">
                <a16:creationId xmlns:a16="http://schemas.microsoft.com/office/drawing/2014/main" id="{56691237-12E0-A3EB-2603-2244F89B1732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1257299" y="3290888"/>
            <a:ext cx="15773397" cy="504666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7AE6F94-6A13-E34B-C804-8C03B426F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3CA057-593A-8A20-2209-34BE5820B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7E372C5-1E45-4E86-B4AC-40865EEEB98C}" type="datetime1">
              <a:rPr kumimoji="1" lang="zh-TW" altLang="en-US" smtClean="0"/>
              <a:t>2026/9/15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E3469F-EDD2-6A93-3BA0-2073D8202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ED31DDFD-0DA9-B357-4ECD-D681A48273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3432D567-D258-670E-CDA4-B405B09C0443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Font typeface="Wingdings" panose="05000000000000000000" pitchFamily="2" charset="2"/>
              <a:buNone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>
              <a:buFont typeface="Wingdings" panose="05000000000000000000" pitchFamily="2" charset="2"/>
              <a:buChar char="u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>
              <a:buFont typeface="Wingdings" panose="05000000000000000000" pitchFamily="2" charset="2"/>
              <a:buChar char="n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>
              <a:defRPr sz="3800" b="1"/>
            </a:lvl4pPr>
            <a:lvl5pPr>
              <a:defRPr sz="3800" b="1"/>
            </a:lvl5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6F99371-F001-BBAF-BDAD-66CEAADA9E9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257298" y="2308225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Font typeface="Wingdings" panose="05000000000000000000" pitchFamily="2" charset="2"/>
              <a:buNone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>
              <a:buFont typeface="Wingdings" panose="05000000000000000000" pitchFamily="2" charset="2"/>
              <a:buChar char="u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>
              <a:buFont typeface="Wingdings" panose="05000000000000000000" pitchFamily="2" charset="2"/>
              <a:buChar char="n"/>
              <a:defRPr sz="3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>
              <a:defRPr sz="3800" b="1"/>
            </a:lvl4pPr>
            <a:lvl5pPr>
              <a:defRPr sz="3800" b="1"/>
            </a:lvl5pPr>
          </a:lstStyle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4442479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8D752D5-980A-8EF1-434A-BAD92C8945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8550"/>
          </a:xfrm>
        </p:spPr>
        <p:txBody>
          <a:bodyPr vert="eaVert"/>
          <a:lstStyle/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ECBC194-AC0F-4B24-38EB-3A6AB52B2D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77650" cy="8718550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0B54F4B-F3E5-C3CA-D558-27BCD2DB5F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E98CA65C-33B3-4633-8EE1-25C0AAE44C8B}" type="datetime1">
              <a:rPr kumimoji="1" lang="zh-TW" altLang="en-US" smtClean="0"/>
              <a:t>2026/9/15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7951F3F-1D4F-552B-B0DE-7C76C3DE3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8B9BEEA0-ECAD-8BCC-B146-1216F23BA8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096097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4273FC-4845-CB9C-32CE-1B97694A52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86000" y="3390900"/>
            <a:ext cx="13716000" cy="2743200"/>
          </a:xfrm>
        </p:spPr>
        <p:txBody>
          <a:bodyPr anchor="b">
            <a:normAutofit/>
          </a:bodyPr>
          <a:lstStyle>
            <a:lvl1pPr algn="l">
              <a:defRPr sz="8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zh-TW" altLang="en-US" dirty="0"/>
              <a:t>第</a:t>
            </a:r>
            <a:r>
              <a:rPr kumimoji="1" lang="en-US" altLang="zh-TW" dirty="0"/>
              <a:t>_</a:t>
            </a:r>
            <a:r>
              <a:rPr kumimoji="1" lang="zh-TW" altLang="en-US" dirty="0"/>
              <a:t>章</a:t>
            </a:r>
            <a:br>
              <a:rPr kumimoji="1" lang="en-US" altLang="zh-TW" dirty="0"/>
            </a:br>
            <a:r>
              <a:rPr kumimoji="1" lang="en-US" altLang="zh-TW" dirty="0"/>
              <a:t>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CC71D6D-7841-5E5E-1815-CB69DC5FE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B7D96-E779-4AD9-825E-B52CA434792B}" type="datetime1">
              <a:rPr kumimoji="1" lang="zh-TW" altLang="en-US" smtClean="0"/>
              <a:t>2026/9/15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65DDE7-76B7-1D43-C04C-8CB8D143D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0133DC27-928C-3F9D-F42E-7461E775B9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639034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713AD0-84F6-65FD-9503-0F168B10E57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86000" y="1684338"/>
            <a:ext cx="13716000" cy="3581400"/>
          </a:xfrm>
        </p:spPr>
        <p:txBody>
          <a:bodyPr anchor="b">
            <a:normAutofit/>
          </a:bodyPr>
          <a:lstStyle>
            <a:lvl1pPr algn="ctr"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DF1484B-239E-F1A9-5AB1-ED052C8E514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286000" y="5403850"/>
            <a:ext cx="13716000" cy="2482850"/>
          </a:xfr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D8537A0-DCEB-D13B-E64D-D2F68C209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FED3B-D932-43F8-B281-4CCF22AC149F}" type="datetime1">
              <a:rPr kumimoji="1" lang="zh-TW" altLang="en-US" smtClean="0"/>
              <a:t>2026/9/15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03C447B-2A74-8FCD-C91F-AD1B50A20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026E1ADF-0000-CF46-580F-B82F21A26C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723478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25A83D-5AD1-DA67-FB24-07A2686915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A7D49C3-1489-3747-6788-BABC861FB907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/>
              <a:t>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66D3072-BAA0-4DFA-32EE-3B794EFBF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F67AA-4045-42BC-B941-D12DE0E91F9E}" type="datetime1">
              <a:rPr kumimoji="1" lang="zh-TW" altLang="en-US" smtClean="0"/>
              <a:t>2026/9/15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2FECF38-58A0-D783-EE79-6EDB7C2AA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EB6A4F64-4E0D-1EB7-4D0F-B57AA635BB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228404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80D21B-F4A5-7D10-9BAD-8CA863A621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7775" y="2565400"/>
            <a:ext cx="15773400" cy="4278313"/>
          </a:xfrm>
        </p:spPr>
        <p:txBody>
          <a:bodyPr anchor="b"/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1910C20-B926-7C99-424C-3661DE5D5C6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7775" y="6884988"/>
            <a:ext cx="15773400" cy="22494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3530FBA-BC34-C11D-2735-32F6B707A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FFAAD-2C41-4E10-A455-EB4D8B8018D3}" type="datetime1">
              <a:rPr kumimoji="1" lang="zh-TW" altLang="en-US" smtClean="0"/>
              <a:t>2026/9/15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8566C08-163B-1FA4-C797-F9C9F4A11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EBA92ABD-C7DA-2BEB-05C1-EBED4486CB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54987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76630B-2796-17E8-C0A0-D037D5D1C6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7A5A5EA-8CBC-7D28-0342-FF2FDAF2153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257300" y="2738438"/>
            <a:ext cx="7810500" cy="6527800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/>
              <a:t>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9431CA1-8A49-ABFC-6A6E-FDFF1086A98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9220200" y="2738438"/>
            <a:ext cx="7810500" cy="6527800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/>
              <a:t>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0F35FF4-7DF3-3BF3-5CBE-34FB31A4F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A638A-0EFA-4072-A48E-098D7787B08E}" type="datetime1">
              <a:rPr kumimoji="1" lang="zh-TW" altLang="en-US" smtClean="0"/>
              <a:t>2026/9/15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EEF2230-A331-D919-2B34-37CFF4362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3D9BC4B1-F3E1-FFCD-A6CD-D85E27EABD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523423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158BA4-D4AE-F67F-4AA9-B740EEFE1D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475" y="547688"/>
            <a:ext cx="15773400" cy="1989137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09EDE40-043F-9DD0-20B5-6EA8D47A134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60475" y="2522538"/>
            <a:ext cx="7735888" cy="1235075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339C03C-3599-9382-21BC-C0760E75FB3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60475" y="3757613"/>
            <a:ext cx="7735888" cy="5527675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/>
              <a:t>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D4FC4A0-F21A-78D7-692C-CE201F2559A5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9258300" y="2522538"/>
            <a:ext cx="7775575" cy="1235075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F28F4C0-D69D-2DF5-2EB7-723041270289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9258300" y="3757613"/>
            <a:ext cx="7775575" cy="5527675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/>
              <a:t>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04B7E12-E117-B2D8-C291-7A44FB001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56397-0909-4366-BAEB-F018D57B3525}" type="datetime1">
              <a:rPr kumimoji="1" lang="zh-TW" altLang="en-US" smtClean="0"/>
              <a:t>2026/9/15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2E640A9-31CB-A277-5309-3E274508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10" name="投影片編號版面配置區 7">
            <a:extLst>
              <a:ext uri="{FF2B5EF4-FFF2-40B4-BE49-F238E27FC236}">
                <a16:creationId xmlns:a16="http://schemas.microsoft.com/office/drawing/2014/main" id="{9B90537D-B074-1E7B-C593-CC6F1310D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5985359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24FC79-77BA-355B-BB81-004DB7BA85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8D77758-A035-E41D-964C-6D8E7AFA9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D2091-70FB-439A-96E0-A12581F04092}" type="datetime1">
              <a:rPr kumimoji="1" lang="zh-TW" altLang="en-US" smtClean="0"/>
              <a:t>2026/9/15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282DF2A-F15F-B13C-67BC-B52874DFA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7">
            <a:extLst>
              <a:ext uri="{FF2B5EF4-FFF2-40B4-BE49-F238E27FC236}">
                <a16:creationId xmlns:a16="http://schemas.microsoft.com/office/drawing/2014/main" id="{13C384E7-AA07-7A3A-6075-E2D577C21F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969290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92E26C0-4137-12CE-8081-87E83000D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2F9A3-69F9-442B-9011-118B91D8EF50}" type="datetime1">
              <a:rPr kumimoji="1" lang="zh-TW" altLang="en-US" smtClean="0"/>
              <a:t>2026/9/15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26C3944-9815-B835-B44A-C8D81F49F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7">
            <a:extLst>
              <a:ext uri="{FF2B5EF4-FFF2-40B4-BE49-F238E27FC236}">
                <a16:creationId xmlns:a16="http://schemas.microsoft.com/office/drawing/2014/main" id="{A798A56F-1C48-2C94-1ECE-8EE34C9838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209482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59EE4F-1F88-E26A-1AB1-7368E44665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475" y="685800"/>
            <a:ext cx="5897563" cy="2400300"/>
          </a:xfrm>
        </p:spPr>
        <p:txBody>
          <a:bodyPr anchor="b">
            <a:noAutofit/>
          </a:bodyPr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62FB4E7-D0A3-7D84-9EC4-5F4FBD96E3F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/>
              <a:t>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1239E90-675F-944F-A832-749B1FF4312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604126D-FD95-4951-9826-DF6FAFF82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ED0B0-C513-4313-86DB-64CA29002D8C}" type="datetime1">
              <a:rPr kumimoji="1" lang="zh-TW" altLang="en-US" smtClean="0"/>
              <a:t>2026/9/15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2052778-8011-8F3A-BC8E-13C553303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5B5682D1-41E1-E170-29D4-80E1F1FE10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032689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4BC028-BFFB-3C8F-7325-5C7B411EA6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475" y="685800"/>
            <a:ext cx="5897563" cy="2400300"/>
          </a:xfrm>
        </p:spPr>
        <p:txBody>
          <a:bodyPr anchor="b">
            <a:noAutofit/>
          </a:bodyPr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29A3447-0DFD-3EE3-C6BC-BED3A5CD0D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08CB247-7628-88D2-437B-B0DC8B1A663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35F98B9-854A-A66E-4A0E-7F166045E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B8DB6-138E-4227-AF0B-C98E8E77E705}" type="datetime1">
              <a:rPr kumimoji="1" lang="zh-TW" altLang="en-US" smtClean="0"/>
              <a:t>2026/9/15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C52758A-0258-580A-C6EF-38B8AC127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65ADDA5C-13F7-E21E-0384-E4707ED575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9572302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92287C-33EF-2A4A-6AEE-62537D029A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en-US" altLang="zh-TW" dirty="0"/>
              <a:t>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8B0E0CF-5195-AB0D-FD0D-9E31D60558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7942E00-ABB3-9FF3-3CEF-ED36B6F6D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32796-2DFE-49E6-A111-3D4BA0FF8BAF}" type="datetime1">
              <a:rPr kumimoji="1" lang="zh-TW" altLang="en-US" smtClean="0"/>
              <a:t>2026/9/15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A52C46B-49CC-271A-6306-46AD35234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454C11C1-7041-F023-F1C7-C3D7D6563E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434655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7F2D1B6-F9AF-559E-4707-18ADABF998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8550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2AB6DDA-AC2A-F2B2-1743-4A1E40EEF0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77650" cy="8718550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161B8D4-6BA0-85AC-D64A-6FF1B6B1A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7059F-9211-400F-8716-EB1886089847}" type="datetime1">
              <a:rPr kumimoji="1" lang="zh-TW" altLang="en-US" smtClean="0"/>
              <a:t>2026/9/15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9667659-5B2F-4914-1DBC-A96163A7C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7">
            <a:extLst>
              <a:ext uri="{FF2B5EF4-FFF2-40B4-BE49-F238E27FC236}">
                <a16:creationId xmlns:a16="http://schemas.microsoft.com/office/drawing/2014/main" id="{256EAA32-F75F-A519-10C7-ABE53B0C84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7580671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4273FC-4845-CB9C-32CE-1B97694A52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286000" y="3390900"/>
            <a:ext cx="13716000" cy="2743200"/>
          </a:xfrm>
        </p:spPr>
        <p:txBody>
          <a:bodyPr anchor="b">
            <a:normAutofit/>
          </a:bodyPr>
          <a:lstStyle>
            <a:lvl1pPr algn="l">
              <a:defRPr sz="8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zh-TW" altLang="en-US" dirty="0"/>
              <a:t>第</a:t>
            </a:r>
            <a:r>
              <a:rPr kumimoji="1" lang="en-US" altLang="zh-TW" dirty="0"/>
              <a:t>_</a:t>
            </a:r>
            <a:r>
              <a:rPr kumimoji="1" lang="zh-TW" altLang="en-US" dirty="0"/>
              <a:t>章</a:t>
            </a:r>
            <a:br>
              <a:rPr kumimoji="1" lang="en-US" altLang="zh-TW" dirty="0"/>
            </a:br>
            <a:r>
              <a:rPr kumimoji="1" lang="en-US" altLang="zh-TW" dirty="0"/>
              <a:t>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CC71D6D-7841-5E5E-1815-CB69DC5FE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B7D96-E779-4AD9-825E-B52CA434792B}" type="datetime1">
              <a:rPr kumimoji="1" lang="zh-TW" altLang="en-US" smtClean="0"/>
              <a:t>2026/9/15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65DDE7-76B7-1D43-C04C-8CB8D143D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0133DC27-928C-3F9D-F42E-7461E775B9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1164497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060662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963141-7E9D-6B23-47D2-D76D466DEC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12109B1-C3CE-C447-D3A1-C311C68F77C6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  <a:p>
            <a:pPr lvl="1"/>
            <a:r>
              <a:rPr lang="en-US" altLang="zh-TW" dirty="0"/>
              <a:t>aa</a:t>
            </a:r>
            <a:r>
              <a:rPr lang="zh-TW" altLang="en-US" dirty="0"/>
              <a:t>第二層</a:t>
            </a:r>
          </a:p>
          <a:p>
            <a:pPr lvl="2"/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1DFF7DC-6E1B-70E8-B64B-AE21355B8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FB9B2-CF6E-407B-B3F3-6F05D4192F87}" type="datetime1">
              <a:rPr lang="zh-TW" altLang="en-US" smtClean="0"/>
              <a:t>2026/9/15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EA12201-A2CB-0D31-930B-EAF0E1D07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439CE5D-4970-E3BA-F394-26B8FAD51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148027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AECCAB-1B53-DF10-AD01-72F07973B8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47775" y="2565400"/>
            <a:ext cx="15773400" cy="4278313"/>
          </a:xfrm>
        </p:spPr>
        <p:txBody>
          <a:bodyPr anchor="b">
            <a:normAutofit/>
          </a:bodyPr>
          <a:lstStyle>
            <a:lvl1pPr>
              <a:defRPr sz="7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AB532EE-82DA-7F9D-ED50-9907B4B38F9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7775" y="6884988"/>
            <a:ext cx="15773400" cy="22494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83FA997-574B-8DFF-8A95-2363C6DA7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F464-8702-4984-92A2-A71A2B733FAC}" type="datetime1">
              <a:rPr lang="zh-TW" altLang="en-US" smtClean="0"/>
              <a:t>2026/9/15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76C39C1-138B-DACE-DE28-C82E7CB41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87820F9-A75F-156E-19E3-80EB9EEB6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17550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622D1D-8A90-9D2D-051B-89149A8496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F0948C5-9DBF-A7BB-6717-592AB7B3259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257300" y="2738438"/>
            <a:ext cx="7810500" cy="6527800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  <a:p>
            <a:pPr lvl="1"/>
            <a:r>
              <a:rPr lang="en-US" altLang="zh-TW" dirty="0"/>
              <a:t>aa</a:t>
            </a:r>
            <a:r>
              <a:rPr lang="zh-TW" altLang="en-US" dirty="0"/>
              <a:t>第二層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22CC089-EAE2-FDC2-412D-C0858812734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9220200" y="2738438"/>
            <a:ext cx="7810500" cy="6527800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  <a:p>
            <a:pPr lvl="1"/>
            <a:r>
              <a:rPr lang="en-US" altLang="zh-TW" dirty="0"/>
              <a:t>aa</a:t>
            </a:r>
            <a:r>
              <a:rPr lang="zh-TW" altLang="en-US" dirty="0"/>
              <a:t>第二層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511BED9-17E2-EEEE-F70F-1629EB2DC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CD8FA-AA28-42D7-B837-C16A33C96617}" type="datetime1">
              <a:rPr lang="zh-TW" altLang="en-US" smtClean="0"/>
              <a:t>2026/9/15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B677F28-F346-784C-3E99-04C9BE684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4E310E9-7651-480D-810D-04F1D04E6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426100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832E72-03AC-3AD3-6BCD-6530F77AB3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475" y="547688"/>
            <a:ext cx="15773400" cy="1989137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B3ED7B5-71A3-8549-5310-6CB635C10AC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60475" y="2522538"/>
            <a:ext cx="7735888" cy="1235075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8AC62A9-83BD-1389-ECD1-6DF82DDD5C9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60475" y="3757613"/>
            <a:ext cx="7735888" cy="5527675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  <a:p>
            <a:pPr lvl="1"/>
            <a:r>
              <a:rPr lang="en-US" altLang="zh-TW" dirty="0"/>
              <a:t>aa</a:t>
            </a:r>
            <a:r>
              <a:rPr lang="zh-TW" altLang="en-US" dirty="0"/>
              <a:t>第二層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E70154D-C9C3-EB91-D99E-863FB4D91DF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9258300" y="2522538"/>
            <a:ext cx="7775575" cy="1235075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A56370E-FFBE-3387-1C0E-42B2D8A054A8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9258300" y="3757613"/>
            <a:ext cx="7775575" cy="5527675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  <a:p>
            <a:pPr lvl="1"/>
            <a:r>
              <a:rPr lang="en-US" altLang="zh-TW" dirty="0"/>
              <a:t>aa</a:t>
            </a:r>
            <a:r>
              <a:rPr lang="zh-TW" altLang="en-US" dirty="0"/>
              <a:t>第二層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5469A84-6E35-F27B-20B2-30EE98B28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8306D-952F-4964-9709-968616A74DDF}" type="datetime1">
              <a:rPr lang="zh-TW" altLang="en-US" smtClean="0"/>
              <a:t>2026/9/15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A75E339-D00D-3F36-AC92-60BA512B6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41448BF5-CC9F-0EEC-D119-AEB6BE719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52107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57479E-D27F-D6A8-786E-D846F4DD64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8DBE83D-EF37-8C7D-7E96-A9E91393D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8011F-3C14-41DD-A99F-3AF1C20A9B4A}" type="datetime1">
              <a:rPr lang="zh-TW" altLang="en-US" smtClean="0"/>
              <a:t>2026/9/15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CAE18DE-F775-A04B-DA0F-0BFB099FE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0774419-5D28-2D3F-7F45-9CCDACC0B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757945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E9FD087-16CC-985D-C728-AF2A67419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A8568-6BC0-4CBC-880D-99C5B810CBB6}" type="datetime1">
              <a:rPr lang="zh-TW" altLang="en-US" smtClean="0"/>
              <a:t>2026/9/15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23B5ADA-7B49-DF83-A82C-32F19EA95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9AF80D2-2E3A-5D39-BED9-113EDF46E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118615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914EAC-350D-EC63-953F-6EBB42E2A3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475" y="685800"/>
            <a:ext cx="5897563" cy="2400300"/>
          </a:xfrm>
        </p:spPr>
        <p:txBody>
          <a:bodyPr anchor="b"/>
          <a:lstStyle>
            <a:lvl1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57065C5-561B-835C-2503-039C5CE512F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  <a:p>
            <a:pPr lvl="1"/>
            <a:r>
              <a:rPr lang="en-US" altLang="zh-TW" dirty="0"/>
              <a:t>aa</a:t>
            </a:r>
            <a:r>
              <a:rPr lang="zh-TW" altLang="en-US" dirty="0"/>
              <a:t>第二層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28BDDA1-BE72-6C7D-0D81-9A194B043FA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98BB9E5-48CB-E795-FACB-AD84D74B7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B6FCA-640C-4795-A726-31724081322B}" type="datetime1">
              <a:rPr lang="zh-TW" altLang="en-US" smtClean="0"/>
              <a:t>2026/9/15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025F2A6-7308-3EF7-0040-8DBD8AB0B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6440AA9-8756-D93B-E588-3F5DB8FE9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396104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28EED1-41EA-0A33-D100-CEFF0A5A70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0475" y="685800"/>
            <a:ext cx="5897563" cy="2400300"/>
          </a:xfrm>
        </p:spPr>
        <p:txBody>
          <a:bodyPr anchor="b"/>
          <a:lstStyle>
            <a:lvl1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33387DC-ABFC-D849-7F1B-8A41780F5F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5575" y="1481138"/>
            <a:ext cx="9258300" cy="73104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05865CB-0EBF-CD9B-D8E9-0B5FCBB1AAE5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260475" y="3086100"/>
            <a:ext cx="5897563" cy="5718175"/>
          </a:xfrm>
        </p:spPr>
        <p:txBody>
          <a:bodyPr/>
          <a:lstStyle>
            <a:lvl1pPr marL="0" indent="0"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36D02F1-8C50-76A4-6A87-7B542DADD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5D992-A4F0-4FE5-8923-3FD6B01876B2}" type="datetime1">
              <a:rPr lang="zh-TW" altLang="en-US" smtClean="0"/>
              <a:t>2026/9/15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9FB803D-FA87-16B0-54F0-7F3C6C1AA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D9C5EEF-BBCE-9E8E-2419-215788F84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771923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DE9345-B86C-1213-AD3B-4B6169FE7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5D90EDF-43DE-4174-E967-21458E154E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BF16BAC-E21B-F61B-3D9B-E581ACE19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DE594-C124-4370-8295-F3BB66DA6882}" type="datetime1">
              <a:rPr lang="zh-TW" altLang="en-US" smtClean="0"/>
              <a:t>2026/9/15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56383BC-54F2-77B4-356C-87AD719A1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CC8321A-E757-FE3E-A2DF-AAC46A1DB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166939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40E1CA70-319C-984E-48F4-3AC7582E0B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855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2D8B02B-811C-94E9-9A76-56FD9FAF12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77650" cy="871855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EF8BD3F-FE6D-EDBE-FA6B-5A40D5BB8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9A890-B7BB-4DFC-81ED-5A8A0EA14703}" type="datetime1">
              <a:rPr lang="zh-TW" altLang="en-US" smtClean="0"/>
              <a:t>2026/9/15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692D69E-2290-07DD-1797-AD313BC1B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06A6FAB-957C-C7F4-431E-0E2D6692F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4283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3">
            <a:extLst>
              <a:ext uri="{FF2B5EF4-FFF2-40B4-BE49-F238E27FC236}">
                <a16:creationId xmlns:a16="http://schemas.microsoft.com/office/drawing/2014/main" id="{A2F837D9-DF74-B7A7-ACA3-2E234B247D8E}"/>
              </a:ext>
            </a:extLst>
          </p:cNvPr>
          <p:cNvSpPr/>
          <p:nvPr userDrawn="1"/>
        </p:nvSpPr>
        <p:spPr>
          <a:xfrm>
            <a:off x="-9463" y="-6807"/>
            <a:ext cx="18292466" cy="10289512"/>
          </a:xfrm>
          <a:custGeom>
            <a:avLst/>
            <a:gdLst/>
            <a:ahLst/>
            <a:cxnLst/>
            <a:rect l="l" t="t" r="r" b="b"/>
            <a:pathLst>
              <a:path w="18292466" h="10289512">
                <a:moveTo>
                  <a:pt x="0" y="0"/>
                </a:moveTo>
                <a:lnTo>
                  <a:pt x="18292465" y="0"/>
                </a:lnTo>
                <a:lnTo>
                  <a:pt x="18292465" y="10289512"/>
                </a:lnTo>
                <a:lnTo>
                  <a:pt x="0" y="1028951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t="-1" b="-1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832B8C6-035D-4408-96CF-D58010024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8100"/>
            <a:ext cx="138303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zh-TW" dirty="0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24272D6-6A15-7502-FB93-8AFEF405B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247900"/>
            <a:ext cx="15773400" cy="7018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 err="1"/>
              <a:t>aaa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BF492AC-8B7D-A8BF-6BC1-61FB772DF8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CA62C615-B3FA-7D46-6CCB-D592FF5D76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77165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734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731" r:id="rId11"/>
    <p:sldLayoutId id="2147483733" r:id="rId12"/>
    <p:sldLayoutId id="2147483732" r:id="rId13"/>
    <p:sldLayoutId id="2147483695" r:id="rId14"/>
    <p:sldLayoutId id="2147483735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72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1pPr>
    </p:titleStyle>
    <p:bodyStyle>
      <a:lvl1pPr marL="360000" indent="-3600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1pPr>
      <a:lvl2pPr marL="817200" indent="-36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40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3">
            <a:extLst>
              <a:ext uri="{FF2B5EF4-FFF2-40B4-BE49-F238E27FC236}">
                <a16:creationId xmlns:a16="http://schemas.microsoft.com/office/drawing/2014/main" id="{D9066190-D991-503B-6F9E-54B420158A26}"/>
              </a:ext>
            </a:extLst>
          </p:cNvPr>
          <p:cNvSpPr/>
          <p:nvPr userDrawn="1"/>
        </p:nvSpPr>
        <p:spPr>
          <a:xfrm>
            <a:off x="-4466" y="0"/>
            <a:ext cx="18292466" cy="10289512"/>
          </a:xfrm>
          <a:custGeom>
            <a:avLst/>
            <a:gdLst/>
            <a:ahLst/>
            <a:cxnLst/>
            <a:rect l="l" t="t" r="r" b="b"/>
            <a:pathLst>
              <a:path w="18292466" h="10289512">
                <a:moveTo>
                  <a:pt x="0" y="0"/>
                </a:moveTo>
                <a:lnTo>
                  <a:pt x="18292466" y="0"/>
                </a:lnTo>
                <a:lnTo>
                  <a:pt x="18292466" y="10289512"/>
                </a:lnTo>
                <a:lnTo>
                  <a:pt x="0" y="1028951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t="-1" b="-1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D6BA84A-CCA4-8F76-8916-8D89CB644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EA42541-4E35-7A82-B493-5DF032754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zh-TW" dirty="0" err="1"/>
              <a:t>aaa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 err="1"/>
              <a:t>aaa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6053C68-8A6C-7368-3376-804886EB4E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35EDC3-7B58-4BBE-B39C-4CE2A1884275}" type="datetime1">
              <a:rPr kumimoji="1" lang="zh-TW" altLang="en-US" smtClean="0"/>
              <a:t>2026/9/15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7A23443-75C2-6BEC-8773-1991FDB4A9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ADD0B27B-2FCF-9881-176F-FB89FE06A7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85827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72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1pPr>
    </p:titleStyle>
    <p:bodyStyle>
      <a:lvl1pPr marL="360000" indent="-3600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1pPr>
      <a:lvl2pPr marL="817200" indent="-36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40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C2FE461B-AD88-F469-E6A5-6D54215A75E1}"/>
              </a:ext>
            </a:extLst>
          </p:cNvPr>
          <p:cNvSpPr/>
          <p:nvPr userDrawn="1"/>
        </p:nvSpPr>
        <p:spPr>
          <a:xfrm>
            <a:off x="-4466" y="-2512"/>
            <a:ext cx="18292466" cy="10289512"/>
          </a:xfrm>
          <a:custGeom>
            <a:avLst/>
            <a:gdLst/>
            <a:ahLst/>
            <a:cxnLst/>
            <a:rect l="l" t="t" r="r" b="b"/>
            <a:pathLst>
              <a:path w="18292466" h="10289512">
                <a:moveTo>
                  <a:pt x="0" y="0"/>
                </a:moveTo>
                <a:lnTo>
                  <a:pt x="18292466" y="0"/>
                </a:lnTo>
                <a:lnTo>
                  <a:pt x="18292466" y="10289512"/>
                </a:lnTo>
                <a:lnTo>
                  <a:pt x="0" y="102895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" b="-1"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FEA124A-0A5B-D479-FCB4-4C31E1A54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zh-TW" dirty="0"/>
              <a:t>aa</a:t>
            </a:r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486D68D-9BFE-9E25-406F-B061CC6C9A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zh-TW" dirty="0"/>
              <a:t>aa</a:t>
            </a:r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en-US" altLang="zh-TW" dirty="0"/>
              <a:t>aa</a:t>
            </a:r>
            <a:r>
              <a:rPr kumimoji="1" lang="zh-TW" altLang="en-US" dirty="0"/>
              <a:t>第二層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9500AD6-D24E-FB53-EFAD-F96C58B2E5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06668F-B567-4CDC-9385-DB1E5FAA6C15}" type="datetime1">
              <a:rPr kumimoji="1" lang="zh-TW" altLang="en-US" smtClean="0"/>
              <a:t>2026/9/15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9AB6771-49BD-EEF0-7656-995E6F57DB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68B5FFC1-433C-AC57-A72A-65E12DEAF5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020800" y="967185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7133F845-E4A0-3649-90FB-D488CE304927}" type="slidenum">
              <a:rPr kumimoji="1" lang="zh-TW" altLang="en-US" smtClean="0"/>
              <a:pPr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39751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72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1pPr>
    </p:titleStyle>
    <p:bodyStyle>
      <a:lvl1pPr marL="360000" indent="-3600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1pPr>
      <a:lvl2pPr marL="817200" indent="-36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40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279E78F0-706C-3AD2-C01D-9D746EAC2855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5269"/>
          </a:xfrm>
          <a:prstGeom prst="rect">
            <a:avLst/>
          </a:prstGeom>
        </p:spPr>
      </p:pic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9A7EFCB-8D95-7B19-722A-A4764D065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 dirty="0"/>
              <a:t>aa</a:t>
            </a:r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AB11BEE-ADA1-F007-123B-660CA857EB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 dirty="0"/>
              <a:t>aa</a:t>
            </a:r>
            <a:r>
              <a:rPr lang="zh-TW" altLang="en-US" dirty="0"/>
              <a:t>按一下以編輯母片文字樣式</a:t>
            </a:r>
          </a:p>
          <a:p>
            <a:pPr lvl="1"/>
            <a:r>
              <a:rPr lang="en-US" altLang="zh-TW" dirty="0"/>
              <a:t>aa</a:t>
            </a:r>
            <a:r>
              <a:rPr lang="zh-TW" altLang="en-US" dirty="0"/>
              <a:t>第二層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0764C2C-9B89-5263-25A9-0DCDFCF526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E870B5-B100-459B-B698-EF08D0455F63}" type="datetime1">
              <a:rPr lang="zh-TW" altLang="en-US" smtClean="0"/>
              <a:t>2026/9/15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A0B5CA3-6094-45DD-3E0D-F9ED0D29CF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F9E1F20-F3D6-37E8-5B1E-AD08E41CB5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228D2E-F1A3-4C8A-9227-B3DB252A359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9187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72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1pPr>
    </p:titleStyle>
    <p:bodyStyle>
      <a:lvl1pPr marL="360000" indent="-3600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1pPr>
      <a:lvl2pPr marL="817200" indent="-36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40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github.com/ASAS0326/ble_Super_Smart_Racket" TargetMode="Externa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5C7B9-D46C-813D-9FA4-9BF296035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D127B3-2ECC-1EBD-139E-5CF29DAE97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盛群</a:t>
            </a:r>
            <a:br>
              <a:rPr lang="en-US" altLang="zh-TW" dirty="0"/>
            </a:br>
            <a:r>
              <a:rPr lang="en-US" altLang="zh-TW" dirty="0"/>
              <a:t>				</a:t>
            </a:r>
            <a:r>
              <a:rPr lang="zh-TW" altLang="en-US" dirty="0"/>
              <a:t>   智慧球拍</a:t>
            </a:r>
            <a:r>
              <a:rPr lang="en-US" altLang="zh-TW" dirty="0"/>
              <a:t>	</a:t>
            </a:r>
            <a:r>
              <a:rPr lang="zh-TW" altLang="en-US" dirty="0"/>
              <a:t>使用辦法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B23C65B-DCB6-5B6B-5205-BA3588E8E6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30377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1BE78-7A0E-1DE7-32C7-B575D7833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C49D20F-A056-AC1C-8B48-33A22F557D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2</a:t>
            </a:fld>
            <a:endParaRPr kumimoji="1" lang="zh-TW" altLang="en-US"/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22C47E5E-1F7E-9142-AD68-F4F3CF19583C}"/>
              </a:ext>
            </a:extLst>
          </p:cNvPr>
          <p:cNvSpPr/>
          <p:nvPr/>
        </p:nvSpPr>
        <p:spPr>
          <a:xfrm>
            <a:off x="2379518" y="1577933"/>
            <a:ext cx="13528964" cy="7131132"/>
          </a:xfrm>
          <a:prstGeom prst="rect">
            <a:avLst/>
          </a:prstGeom>
          <a:solidFill>
            <a:srgbClr val="F1F1F1"/>
          </a:solidFill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D9DAF9-C844-0068-3562-BB968EEE84C5}"/>
              </a:ext>
            </a:extLst>
          </p:cNvPr>
          <p:cNvSpPr txBox="1"/>
          <p:nvPr/>
        </p:nvSpPr>
        <p:spPr>
          <a:xfrm>
            <a:off x="2757220" y="4480850"/>
            <a:ext cx="12906003" cy="13256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80"/>
              </a:lnSpc>
            </a:pPr>
            <a:r>
              <a:rPr lang="zh-TW" altLang="en-US" sz="88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事前準備</a:t>
            </a:r>
            <a:endParaRPr lang="en-US" altLang="zh-TW" sz="8800" dirty="0">
              <a:solidFill>
                <a:srgbClr val="000000"/>
              </a:solidFill>
              <a:latin typeface="Noto Sans T Chinese Bold"/>
              <a:ea typeface="Noto Sans T Chinese Bold"/>
              <a:cs typeface="Noto Sans T Chinese Bold"/>
              <a:sym typeface="Noto Sans T Chinese Bold"/>
            </a:endParaRPr>
          </a:p>
        </p:txBody>
      </p:sp>
    </p:spTree>
    <p:extLst>
      <p:ext uri="{BB962C8B-B14F-4D97-AF65-F5344CB8AC3E}">
        <p14:creationId xmlns:p14="http://schemas.microsoft.com/office/powerpoint/2010/main" val="2369684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8A39C6C1-5DB2-C31A-78DF-D87A9E7C3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手機軟體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事前準備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CF0D984-5331-8CBB-9096-78F1704510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3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011591D-739F-90BE-3F06-D93B5BC53646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indent="817200" algn="just"/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到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cs typeface="Noto Sans T Chinese"/>
                <a:sym typeface="Noto Sans T Chinese"/>
              </a:rPr>
              <a:t>Github</a:t>
            </a:r>
            <a:r>
              <a:rPr lang="en-US" altLang="zh-TW" dirty="0">
                <a:solidFill>
                  <a:srgbClr val="000000"/>
                </a:solidFill>
                <a:cs typeface="Noto Sans T Chinese"/>
                <a:sym typeface="Noto Sans T Chinese"/>
              </a:rPr>
              <a:t> </a:t>
            </a:r>
            <a:r>
              <a:rPr lang="en-US" altLang="zh-TW" b="1" dirty="0" err="1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網站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 (</a:t>
            </a:r>
            <a:r>
              <a:rPr lang="en-US" altLang="zh-TW" u="sng" dirty="0">
                <a:cs typeface="Noto Sans T Chinese"/>
                <a:sym typeface="Noto Sans T Chinese"/>
                <a:hlinkClick r:id="rId2"/>
              </a:rPr>
              <a:t>https://github.com/ASAS0326/ble_Super_Smart_Racket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)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，掃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QR code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至雲端硬碟下載 手機程式</a:t>
            </a:r>
            <a:endParaRPr lang="en-US" altLang="zh-TW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  <a:p>
            <a:pPr algn="just"/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A409C14F-E07F-4E8D-A7C1-EDDDE6D30C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0793" y="2273837"/>
            <a:ext cx="7506414" cy="5739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593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3E9BF-B8BF-9C98-40B2-C17000992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BA0A43B5-B188-6326-8B3E-87D139840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球拍開機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事前準備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6D7B719-1455-F210-DC39-68074317CF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4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13CFDDB-8ED1-D033-04DF-D31929492C46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indent="817200" algn="just"/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先確認球拍是否屬於開機狀態中 會有黃光燈號</a:t>
            </a:r>
            <a:endParaRPr lang="en-US" altLang="zh-TW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156FF5B8-EAD0-16D0-6563-A526C716B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430339"/>
            <a:ext cx="5381625" cy="717550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B9A382EA-3ECA-8452-B5D0-E13BEF2FE687}"/>
              </a:ext>
            </a:extLst>
          </p:cNvPr>
          <p:cNvSpPr/>
          <p:nvPr/>
        </p:nvSpPr>
        <p:spPr>
          <a:xfrm>
            <a:off x="8991600" y="4767049"/>
            <a:ext cx="685800" cy="40317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8852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083C3-E532-6C65-9947-C3576D69F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3FDB1E38-5342-BD8F-F0F5-D8229B6E8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7228" y="1909311"/>
            <a:ext cx="11593543" cy="6468378"/>
          </a:xfrm>
          <a:prstGeom prst="rect">
            <a:avLst/>
          </a:prstGeom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9737A39E-27CB-7996-4D78-AB3666568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球拍開機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 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事前準備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7F5BEC9-6866-F1BC-8576-8CEFF3C618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5</a:t>
            </a:fld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DBB5B86-71F8-C5B5-C486-43BBEAA64E32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indent="817200" algn="just"/>
            <a:r>
              <a:rPr lang="zh-TW" altLang="en-US" dirty="0">
                <a:solidFill>
                  <a:srgbClr val="000000"/>
                </a:solidFill>
                <a:cs typeface="Noto Sans T Chinese"/>
                <a:sym typeface="Noto Sans T Chinese"/>
              </a:rPr>
              <a:t>若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不屬於開機態請長按此開關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2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 秒直到黃燈亮起</a:t>
            </a:r>
            <a:endParaRPr lang="en-US" altLang="zh-TW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2614133-7619-809F-3836-3AECDA02CC73}"/>
              </a:ext>
            </a:extLst>
          </p:cNvPr>
          <p:cNvSpPr/>
          <p:nvPr/>
        </p:nvSpPr>
        <p:spPr>
          <a:xfrm>
            <a:off x="9601200" y="4152900"/>
            <a:ext cx="990600" cy="8382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1469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1D0E58A-38E2-1E3E-E7F4-B47DCEA6E8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6</a:t>
            </a:fld>
            <a:endParaRPr kumimoji="1" lang="zh-TW" altLang="en-US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0BC33C67-9CE1-9EA0-F4CE-A55EE7A73DA3}"/>
              </a:ext>
            </a:extLst>
          </p:cNvPr>
          <p:cNvSpPr/>
          <p:nvPr/>
        </p:nvSpPr>
        <p:spPr>
          <a:xfrm>
            <a:off x="2379518" y="1577934"/>
            <a:ext cx="13528964" cy="7131132"/>
          </a:xfrm>
          <a:prstGeom prst="rect">
            <a:avLst/>
          </a:prstGeom>
          <a:solidFill>
            <a:srgbClr val="F1F1F1"/>
          </a:solidFill>
        </p:spPr>
        <p:txBody>
          <a:bodyPr/>
          <a:lstStyle/>
          <a:p>
            <a:pPr algn="ctr"/>
            <a:endParaRPr lang="zh-TW" altLang="en-US" dirty="0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0C6EBB0D-F793-01EC-2E5F-AF20A3B8C897}"/>
              </a:ext>
            </a:extLst>
          </p:cNvPr>
          <p:cNvSpPr txBox="1"/>
          <p:nvPr/>
        </p:nvSpPr>
        <p:spPr>
          <a:xfrm>
            <a:off x="2757220" y="4480850"/>
            <a:ext cx="12906003" cy="13252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80"/>
              </a:lnSpc>
            </a:pPr>
            <a:r>
              <a:rPr lang="zh-TW" altLang="en-US" sz="8800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Noto Sans T Chinese"/>
              </a:rPr>
              <a:t>球拍運行流程</a:t>
            </a:r>
            <a:endParaRPr lang="en-US" altLang="zh-TW" sz="8800" dirty="0">
              <a:solidFill>
                <a:srgbClr val="000000"/>
              </a:solidFill>
              <a:latin typeface="Noto Sans T Chinese Bold"/>
              <a:ea typeface="Noto Sans T Chinese Bold"/>
              <a:cs typeface="Noto Sans T Chinese Bold"/>
              <a:sym typeface="Noto Sans T Chinese Bold"/>
            </a:endParaRPr>
          </a:p>
        </p:txBody>
      </p:sp>
    </p:spTree>
    <p:extLst>
      <p:ext uri="{BB962C8B-B14F-4D97-AF65-F5344CB8AC3E}">
        <p14:creationId xmlns:p14="http://schemas.microsoft.com/office/powerpoint/2010/main" val="4083882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DC7B8-91BA-1BE4-A9DB-6BE2F4DDB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1FF802A8-A153-7793-916B-4BA7B0F99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開啟球拍</a:t>
            </a:r>
            <a:r>
              <a:rPr lang="en-US" altLang="zh-TW" dirty="0"/>
              <a:t>APP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92F3C1C-1637-09E0-145E-5307766D4B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7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AEAA8BFF-DD15-0528-7B94-FA3D00027726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下載</a:t>
            </a:r>
            <a:r>
              <a:rPr lang="en-US" altLang="zh-TW" dirty="0"/>
              <a:t>APP</a:t>
            </a:r>
            <a:r>
              <a:rPr lang="zh-TW" altLang="en-US" dirty="0"/>
              <a:t>完成後點擊打開 </a:t>
            </a:r>
            <a:r>
              <a:rPr lang="en-US" altLang="zh-TW" dirty="0"/>
              <a:t>tts_ble1 </a:t>
            </a:r>
            <a:r>
              <a:rPr lang="zh-TW" altLang="en-US" dirty="0"/>
              <a:t>就會看到此畫面 點擊進入程式</a:t>
            </a:r>
            <a:r>
              <a:rPr lang="en-US" altLang="zh-TW" dirty="0"/>
              <a:t> </a:t>
            </a:r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2C18C0C6-E90E-71A7-7A0D-663300320833}"/>
              </a:ext>
            </a:extLst>
          </p:cNvPr>
          <p:cNvPicPr>
            <a:picLocks noGrp="1" noChangeAspect="1"/>
          </p:cNvPicPr>
          <p:nvPr>
            <p:ph sz="half" idx="1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6599" y="1409700"/>
            <a:ext cx="3374801" cy="701833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4D8D14E1-2ADE-80E9-17AC-A4D7BEF1A98B}"/>
              </a:ext>
            </a:extLst>
          </p:cNvPr>
          <p:cNvSpPr/>
          <p:nvPr/>
        </p:nvSpPr>
        <p:spPr>
          <a:xfrm>
            <a:off x="7752312" y="6286500"/>
            <a:ext cx="2819400" cy="66039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7843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EB27F-DBC7-C856-460D-D16A6954B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215202A8-D873-81A1-0E8C-153EE41DD5A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4007" y="1562100"/>
            <a:ext cx="3116010" cy="6480146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629EAE44-94F4-DC2F-530B-28893D7F1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開啟球拍</a:t>
            </a:r>
            <a:r>
              <a:rPr lang="en-US" altLang="zh-TW" dirty="0"/>
              <a:t>APP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93ACDDB-8D3D-D58F-2963-B115F4088B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8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8F8A553B-93A3-B05D-EEAA-1229C28509F5}"/>
              </a:ext>
            </a:extLst>
          </p:cNvPr>
          <p:cNvSpPr txBox="1">
            <a:spLocks/>
          </p:cNvSpPr>
          <p:nvPr/>
        </p:nvSpPr>
        <p:spPr>
          <a:xfrm>
            <a:off x="1264227" y="868680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下滑選至藍芽連線</a:t>
            </a:r>
            <a:endParaRPr lang="en-US" altLang="zh-TW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FA11348-0C1D-0EEE-E35B-953F7C93CADA}"/>
              </a:ext>
            </a:extLst>
          </p:cNvPr>
          <p:cNvSpPr/>
          <p:nvPr/>
        </p:nvSpPr>
        <p:spPr>
          <a:xfrm>
            <a:off x="7590151" y="4704542"/>
            <a:ext cx="3129865" cy="89615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6199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A302C-15E7-294D-3F46-DF55CC1DE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23CBD42B-A09E-F854-6149-26C835ACE40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0530" y="1764505"/>
            <a:ext cx="3249612" cy="6757989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48369906-9A05-4547-F541-9024DA6E2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開啟球拍</a:t>
            </a:r>
            <a:r>
              <a:rPr lang="en-US" altLang="zh-TW" dirty="0"/>
              <a:t>APP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10B5DBE-CF89-7949-AF7D-3DCA3C5268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9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E84BCA71-50BD-DD3B-66C7-CE6743E261D0}"/>
              </a:ext>
            </a:extLst>
          </p:cNvPr>
          <p:cNvSpPr txBox="1">
            <a:spLocks/>
          </p:cNvSpPr>
          <p:nvPr/>
        </p:nvSpPr>
        <p:spPr>
          <a:xfrm>
            <a:off x="1148637" y="8601061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 algn="l"/>
            <a:endParaRPr lang="en-US" altLang="zh-TW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FBDEC96-8416-5FBF-F837-94957B4A48E8}"/>
              </a:ext>
            </a:extLst>
          </p:cNvPr>
          <p:cNvSpPr/>
          <p:nvPr/>
        </p:nvSpPr>
        <p:spPr>
          <a:xfrm>
            <a:off x="7470404" y="3314700"/>
            <a:ext cx="3129865" cy="89615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內容版面配置區 4">
            <a:extLst>
              <a:ext uri="{FF2B5EF4-FFF2-40B4-BE49-F238E27FC236}">
                <a16:creationId xmlns:a16="http://schemas.microsoft.com/office/drawing/2014/main" id="{7A9CE781-6BF6-891D-4178-EB9B6FFE5DEA}"/>
              </a:ext>
            </a:extLst>
          </p:cNvPr>
          <p:cNvSpPr txBox="1">
            <a:spLocks/>
          </p:cNvSpPr>
          <p:nvPr/>
        </p:nvSpPr>
        <p:spPr>
          <a:xfrm>
            <a:off x="1275313" y="8605839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點擊 搜尋設備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6839963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D2200-0000-AD52-9C8E-9EC425358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CE06BDDD-D7BC-FA2C-41AF-B979DBE731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5297" y="1020762"/>
            <a:ext cx="3540077" cy="7362049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A50BBE73-7FF9-D04F-068F-7EC7F8126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開啟球拍</a:t>
            </a:r>
            <a:r>
              <a:rPr lang="en-US" altLang="zh-TW" dirty="0"/>
              <a:t>APP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6EF6325-D897-2882-7CD0-6F09FFB3BF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10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18E6B21E-9579-E650-D433-17DA95408747}"/>
              </a:ext>
            </a:extLst>
          </p:cNvPr>
          <p:cNvSpPr txBox="1">
            <a:spLocks/>
          </p:cNvSpPr>
          <p:nvPr/>
        </p:nvSpPr>
        <p:spPr>
          <a:xfrm>
            <a:off x="1148637" y="8601061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 algn="l"/>
            <a:endParaRPr lang="en-US" altLang="zh-TW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2CD2919-93B0-2637-71FE-D1E82A4A985C}"/>
              </a:ext>
            </a:extLst>
          </p:cNvPr>
          <p:cNvSpPr/>
          <p:nvPr/>
        </p:nvSpPr>
        <p:spPr>
          <a:xfrm>
            <a:off x="7265296" y="4093918"/>
            <a:ext cx="3540077" cy="121573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內容版面配置區 4">
            <a:extLst>
              <a:ext uri="{FF2B5EF4-FFF2-40B4-BE49-F238E27FC236}">
                <a16:creationId xmlns:a16="http://schemas.microsoft.com/office/drawing/2014/main" id="{FB285CD6-21E7-E367-F958-5F9C965729DC}"/>
              </a:ext>
            </a:extLst>
          </p:cNvPr>
          <p:cNvSpPr txBox="1">
            <a:spLocks/>
          </p:cNvSpPr>
          <p:nvPr/>
        </p:nvSpPr>
        <p:spPr>
          <a:xfrm>
            <a:off x="1123699" y="860106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點擊 連線 </a:t>
            </a:r>
            <a:endParaRPr lang="en-US" altLang="zh-TW" dirty="0"/>
          </a:p>
          <a:p>
            <a:r>
              <a:rPr lang="en-US" altLang="zh-TW" dirty="0"/>
              <a:t>PS</a:t>
            </a:r>
            <a:r>
              <a:rPr lang="zh-TW" altLang="en-US" dirty="0"/>
              <a:t>： 第一次連接有機會會失敗 再從新連接一次就可以了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505517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C32E2-1F01-364C-EB1B-6ED5242A6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AA3455CD-8015-3B4B-6536-157EE372F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開啟球拍</a:t>
            </a:r>
            <a:r>
              <a:rPr lang="en-US" altLang="zh-TW" dirty="0"/>
              <a:t>APP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EB49642-F5BB-D57B-C81A-2582ED4385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11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9245FE92-C037-262E-AE1C-763AF4E039E4}"/>
              </a:ext>
            </a:extLst>
          </p:cNvPr>
          <p:cNvSpPr txBox="1">
            <a:spLocks/>
          </p:cNvSpPr>
          <p:nvPr/>
        </p:nvSpPr>
        <p:spPr>
          <a:xfrm>
            <a:off x="1148637" y="8601061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 algn="l"/>
            <a:endParaRPr lang="en-US" altLang="zh-TW" dirty="0"/>
          </a:p>
        </p:txBody>
      </p:sp>
      <p:sp>
        <p:nvSpPr>
          <p:cNvPr id="9" name="內容版面配置區 4">
            <a:extLst>
              <a:ext uri="{FF2B5EF4-FFF2-40B4-BE49-F238E27FC236}">
                <a16:creationId xmlns:a16="http://schemas.microsoft.com/office/drawing/2014/main" id="{E43BDF1E-B0E6-A4E2-83C9-C1301729CC59}"/>
              </a:ext>
            </a:extLst>
          </p:cNvPr>
          <p:cNvSpPr txBox="1">
            <a:spLocks/>
          </p:cNvSpPr>
          <p:nvPr/>
        </p:nvSpPr>
        <p:spPr>
          <a:xfrm>
            <a:off x="884266" y="860106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連接成功畫面顯示</a:t>
            </a:r>
            <a:endParaRPr lang="en-US" altLang="zh-TW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7B3FFEEB-A1AB-128C-F6C9-230853903A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2800" y="1501888"/>
            <a:ext cx="3216330" cy="6688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088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C8A5D-0547-282C-A656-494001DB7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0F2E3094-6074-AC35-C547-B490C23B6F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6894" y="1903427"/>
            <a:ext cx="3116010" cy="6480146"/>
          </a:xfrm>
          <a:prstGeom prst="rect">
            <a:avLst/>
          </a:prstGeom>
        </p:spPr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09587A32-CE8B-44D2-0494-8458F66B2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開啟球拍</a:t>
            </a:r>
            <a:r>
              <a:rPr lang="en-US" altLang="zh-TW" dirty="0"/>
              <a:t>APP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A76453B-7DF6-6FAE-7CF9-8CA827309F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12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B288D215-91AC-6ACA-CDE1-3A942DDE4D5C}"/>
              </a:ext>
            </a:extLst>
          </p:cNvPr>
          <p:cNvSpPr txBox="1">
            <a:spLocks/>
          </p:cNvSpPr>
          <p:nvPr/>
        </p:nvSpPr>
        <p:spPr>
          <a:xfrm>
            <a:off x="838200" y="857051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回到首頁點擊 揮球姿勢辨識</a:t>
            </a:r>
            <a:endParaRPr lang="en-US" altLang="zh-TW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5DFE4FD-A7C0-B7F7-12A0-B11A2FBE3E45}"/>
              </a:ext>
            </a:extLst>
          </p:cNvPr>
          <p:cNvSpPr/>
          <p:nvPr/>
        </p:nvSpPr>
        <p:spPr>
          <a:xfrm>
            <a:off x="7141954" y="2896828"/>
            <a:ext cx="3129865" cy="89615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95910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6C113-9367-A498-D74C-0E1A4E1EF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700549DC-9B47-8136-FEF3-9D6D29C45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開啟球拍</a:t>
            </a:r>
            <a:r>
              <a:rPr lang="en-US" altLang="zh-TW" dirty="0"/>
              <a:t>APP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37892E6-1443-A546-3D94-6DE5DD3F22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13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B764FACA-363E-363F-E4E1-D4F5965A4757}"/>
              </a:ext>
            </a:extLst>
          </p:cNvPr>
          <p:cNvSpPr txBox="1">
            <a:spLocks/>
          </p:cNvSpPr>
          <p:nvPr/>
        </p:nvSpPr>
        <p:spPr>
          <a:xfrm>
            <a:off x="1148637" y="8601061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 algn="l"/>
            <a:endParaRPr lang="en-US" altLang="zh-TW" dirty="0"/>
          </a:p>
        </p:txBody>
      </p:sp>
      <p:sp>
        <p:nvSpPr>
          <p:cNvPr id="9" name="內容版面配置區 4">
            <a:extLst>
              <a:ext uri="{FF2B5EF4-FFF2-40B4-BE49-F238E27FC236}">
                <a16:creationId xmlns:a16="http://schemas.microsoft.com/office/drawing/2014/main" id="{1B40A06D-401B-825B-1B45-D0247BF709D5}"/>
              </a:ext>
            </a:extLst>
          </p:cNvPr>
          <p:cNvSpPr txBox="1">
            <a:spLocks/>
          </p:cNvSpPr>
          <p:nvPr/>
        </p:nvSpPr>
        <p:spPr>
          <a:xfrm>
            <a:off x="884266" y="860106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點擊 右上角符號開始辨識</a:t>
            </a:r>
            <a:endParaRPr lang="en-US" altLang="zh-TW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D6035ABF-2341-2E27-7C49-D1ECC2F3F4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7915" y="1809750"/>
            <a:ext cx="3206100" cy="666750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3F99EA48-D745-8856-925F-6DA2AF19AFBE}"/>
              </a:ext>
            </a:extLst>
          </p:cNvPr>
          <p:cNvSpPr/>
          <p:nvPr/>
        </p:nvSpPr>
        <p:spPr>
          <a:xfrm>
            <a:off x="9805980" y="2000250"/>
            <a:ext cx="533399" cy="55760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22382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8D2C7-5067-D3B6-7194-C6A96CB54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E55F4509-AAD1-A797-DC74-CB7D7B1FE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開啟球拍</a:t>
            </a:r>
            <a:r>
              <a:rPr lang="en-US" altLang="zh-TW" dirty="0"/>
              <a:t>APP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BC83A23-B3AA-EFDB-8ECD-532ED49280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14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65E6B43E-AD61-38AE-9CC3-5B243E42D6C5}"/>
              </a:ext>
            </a:extLst>
          </p:cNvPr>
          <p:cNvSpPr txBox="1">
            <a:spLocks/>
          </p:cNvSpPr>
          <p:nvPr/>
        </p:nvSpPr>
        <p:spPr>
          <a:xfrm>
            <a:off x="1148637" y="8601061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 algn="l"/>
            <a:endParaRPr lang="en-US" altLang="zh-TW" dirty="0"/>
          </a:p>
        </p:txBody>
      </p:sp>
      <p:sp>
        <p:nvSpPr>
          <p:cNvPr id="9" name="內容版面配置區 4">
            <a:extLst>
              <a:ext uri="{FF2B5EF4-FFF2-40B4-BE49-F238E27FC236}">
                <a16:creationId xmlns:a16="http://schemas.microsoft.com/office/drawing/2014/main" id="{D45BDA9B-67BD-A6DC-9E92-91914009519B}"/>
              </a:ext>
            </a:extLst>
          </p:cNvPr>
          <p:cNvSpPr txBox="1">
            <a:spLocks/>
          </p:cNvSpPr>
          <p:nvPr/>
        </p:nvSpPr>
        <p:spPr>
          <a:xfrm>
            <a:off x="884266" y="8601060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即可開始辨識</a:t>
            </a:r>
            <a:endParaRPr lang="en-US" altLang="zh-TW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A1F88E58-1B86-6D9D-4FD3-C103827A964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800" y="2027237"/>
            <a:ext cx="2876330" cy="598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6739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BDF8B-CC6A-D5B1-F4D3-3EDF1B58E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373D9464-A8BB-8CCC-63BE-D6CCE2122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球拍關機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1053095-905E-768C-2774-0B2AA8685E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133F845-E4A0-3649-90FB-D488CE304927}" type="slidenum">
              <a:rPr kumimoji="1" lang="zh-TW" altLang="en-US" smtClean="0"/>
              <a:pPr/>
              <a:t>15</a:t>
            </a:fld>
            <a:endParaRPr kumimoji="1" lang="zh-TW" altLang="en-US"/>
          </a:p>
        </p:txBody>
      </p:sp>
      <p:sp>
        <p:nvSpPr>
          <p:cNvPr id="2" name="內容版面配置區 4">
            <a:extLst>
              <a:ext uri="{FF2B5EF4-FFF2-40B4-BE49-F238E27FC236}">
                <a16:creationId xmlns:a16="http://schemas.microsoft.com/office/drawing/2014/main" id="{6E74CCFD-B4A2-71F9-3B8C-F99406388AC5}"/>
              </a:ext>
            </a:extLst>
          </p:cNvPr>
          <p:cNvSpPr txBox="1">
            <a:spLocks/>
          </p:cNvSpPr>
          <p:nvPr/>
        </p:nvSpPr>
        <p:spPr>
          <a:xfrm>
            <a:off x="1148637" y="8601061"/>
            <a:ext cx="15773398" cy="6603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1pPr>
            <a:lvl2pPr marL="6858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u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2pPr>
            <a:lvl3pPr marL="1143000" indent="-22860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817200" algn="l"/>
            <a:endParaRPr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ACEAA9B-B278-2408-3812-C2C11C59D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7228" y="1909311"/>
            <a:ext cx="11593543" cy="6468378"/>
          </a:xfrm>
          <a:prstGeom prst="rect">
            <a:avLst/>
          </a:prstGeom>
        </p:spPr>
      </p:pic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21ED0C32-94DE-B9B7-96D1-B4C97E47FB98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275313" y="8605839"/>
            <a:ext cx="15773398" cy="660399"/>
          </a:xfrm>
        </p:spPr>
        <p:txBody>
          <a:bodyPr/>
          <a:lstStyle/>
          <a:p>
            <a:pPr indent="817200" algn="just"/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請長按此開關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2</a:t>
            </a:r>
            <a:r>
              <a:rPr lang="zh-TW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Noto Sans T Chinese"/>
                <a:sym typeface="Noto Sans T Chinese"/>
              </a:rPr>
              <a:t> 秒直到黃燈熄滅</a:t>
            </a:r>
            <a:endParaRPr lang="en-US" altLang="zh-TW" b="1" dirty="0">
              <a:solidFill>
                <a:srgbClr val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Noto Sans T Chinese"/>
              <a:sym typeface="Noto Sans T Chinese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F25EC83-757A-9A6D-2C6E-A30AD8FB6EC9}"/>
              </a:ext>
            </a:extLst>
          </p:cNvPr>
          <p:cNvSpPr/>
          <p:nvPr/>
        </p:nvSpPr>
        <p:spPr>
          <a:xfrm>
            <a:off x="9601200" y="4152900"/>
            <a:ext cx="990600" cy="8382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7583747"/>
      </p:ext>
    </p:extLst>
  </p:cSld>
  <p:clrMapOvr>
    <a:masterClrMapping/>
  </p:clrMapOvr>
</p:sld>
</file>

<file path=ppt/theme/theme1.xml><?xml version="1.0" encoding="utf-8"?>
<a:theme xmlns:a="http://schemas.openxmlformats.org/drawingml/2006/main" name="3_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28544</TotalTime>
  <Words>208</Words>
  <Application>Microsoft Office PowerPoint</Application>
  <PresentationFormat>自訂</PresentationFormat>
  <Paragraphs>43</Paragraphs>
  <Slides>15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4</vt:i4>
      </vt:variant>
      <vt:variant>
        <vt:lpstr>投影片標題</vt:lpstr>
      </vt:variant>
      <vt:variant>
        <vt:i4>15</vt:i4>
      </vt:variant>
    </vt:vector>
  </HeadingPairs>
  <TitlesOfParts>
    <vt:vector size="26" baseType="lpstr">
      <vt:lpstr>Noto Sans T Chinese Bold</vt:lpstr>
      <vt:lpstr>Times New Roman</vt:lpstr>
      <vt:lpstr>Arial</vt:lpstr>
      <vt:lpstr>Noto Sans T Chinese</vt:lpstr>
      <vt:lpstr>Calibri</vt:lpstr>
      <vt:lpstr>微軟正黑體</vt:lpstr>
      <vt:lpstr>Wingdings</vt:lpstr>
      <vt:lpstr>3_自訂設計</vt:lpstr>
      <vt:lpstr>1_自訂設計</vt:lpstr>
      <vt:lpstr>2_自訂設計</vt:lpstr>
      <vt:lpstr>自訂設計</vt:lpstr>
      <vt:lpstr>盛群        智慧球拍 使用辦法</vt:lpstr>
      <vt:lpstr>PowerPoint 簡報</vt:lpstr>
      <vt:lpstr>手機軟體 事前準備</vt:lpstr>
      <vt:lpstr>球拍開機 事前準備</vt:lpstr>
      <vt:lpstr>球拍開機 事前準備</vt:lpstr>
      <vt:lpstr>PowerPoint 簡報</vt:lpstr>
      <vt:lpstr>開啟球拍APP</vt:lpstr>
      <vt:lpstr>開啟球拍APP</vt:lpstr>
      <vt:lpstr>開啟球拍APP</vt:lpstr>
      <vt:lpstr>開啟球拍APP</vt:lpstr>
      <vt:lpstr>開啟球拍APP</vt:lpstr>
      <vt:lpstr>開啟球拍APP</vt:lpstr>
      <vt:lpstr>開啟球拍APP</vt:lpstr>
      <vt:lpstr>開啟球拍APP</vt:lpstr>
      <vt:lpstr>球拍關機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盛群BMduino公版PPT</dc:title>
  <dc:creator>Mthrew</dc:creator>
  <cp:lastModifiedBy>俊彥 吳</cp:lastModifiedBy>
  <cp:revision>2846</cp:revision>
  <dcterms:created xsi:type="dcterms:W3CDTF">2006-08-16T00:00:00Z</dcterms:created>
  <dcterms:modified xsi:type="dcterms:W3CDTF">2026-09-15T10:21:57Z</dcterms:modified>
  <dc:identifier>DAGJx7JasHY</dc:identifier>
</cp:coreProperties>
</file>