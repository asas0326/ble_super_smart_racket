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  <p:sldMasterId id="2147483697" r:id="rId2"/>
    <p:sldMasterId id="2147483709" r:id="rId3"/>
    <p:sldMasterId id="2147483711" r:id="rId4"/>
  </p:sldMasterIdLst>
  <p:notesMasterIdLst>
    <p:notesMasterId r:id="rId181"/>
  </p:notesMasterIdLst>
  <p:sldIdLst>
    <p:sldId id="987" r:id="rId5"/>
    <p:sldId id="570" r:id="rId6"/>
    <p:sldId id="571" r:id="rId7"/>
    <p:sldId id="988" r:id="rId8"/>
    <p:sldId id="989" r:id="rId9"/>
    <p:sldId id="668" r:id="rId10"/>
    <p:sldId id="601" r:id="rId11"/>
    <p:sldId id="610" r:id="rId12"/>
    <p:sldId id="609" r:id="rId13"/>
    <p:sldId id="608" r:id="rId14"/>
    <p:sldId id="669" r:id="rId15"/>
    <p:sldId id="993" r:id="rId16"/>
    <p:sldId id="996" r:id="rId17"/>
    <p:sldId id="997" r:id="rId18"/>
    <p:sldId id="990" r:id="rId19"/>
    <p:sldId id="816" r:id="rId20"/>
    <p:sldId id="810" r:id="rId21"/>
    <p:sldId id="869" r:id="rId22"/>
    <p:sldId id="998" r:id="rId23"/>
    <p:sldId id="991" r:id="rId24"/>
    <p:sldId id="992" r:id="rId25"/>
    <p:sldId id="1001" r:id="rId26"/>
    <p:sldId id="1002" r:id="rId27"/>
    <p:sldId id="1006" r:id="rId28"/>
    <p:sldId id="1007" r:id="rId29"/>
    <p:sldId id="1003" r:id="rId30"/>
    <p:sldId id="1004" r:id="rId31"/>
    <p:sldId id="1009" r:id="rId32"/>
    <p:sldId id="1010" r:id="rId33"/>
    <p:sldId id="1008" r:id="rId34"/>
    <p:sldId id="1000" r:id="rId35"/>
    <p:sldId id="1011" r:id="rId36"/>
    <p:sldId id="1012" r:id="rId37"/>
    <p:sldId id="1013" r:id="rId38"/>
    <p:sldId id="1014" r:id="rId39"/>
    <p:sldId id="1015" r:id="rId40"/>
    <p:sldId id="1016" r:id="rId41"/>
    <p:sldId id="1017" r:id="rId42"/>
    <p:sldId id="1018" r:id="rId43"/>
    <p:sldId id="1019" r:id="rId44"/>
    <p:sldId id="832" r:id="rId45"/>
    <p:sldId id="833" r:id="rId46"/>
    <p:sldId id="834" r:id="rId47"/>
    <p:sldId id="1021" r:id="rId48"/>
    <p:sldId id="1023" r:id="rId49"/>
    <p:sldId id="1024" r:id="rId50"/>
    <p:sldId id="1025" r:id="rId51"/>
    <p:sldId id="1026" r:id="rId52"/>
    <p:sldId id="1028" r:id="rId53"/>
    <p:sldId id="1027" r:id="rId54"/>
    <p:sldId id="835" r:id="rId55"/>
    <p:sldId id="836" r:id="rId56"/>
    <p:sldId id="837" r:id="rId57"/>
    <p:sldId id="1029" r:id="rId58"/>
    <p:sldId id="838" r:id="rId59"/>
    <p:sldId id="1037" r:id="rId60"/>
    <p:sldId id="842" r:id="rId61"/>
    <p:sldId id="689" r:id="rId62"/>
    <p:sldId id="843" r:id="rId63"/>
    <p:sldId id="1031" r:id="rId64"/>
    <p:sldId id="845" r:id="rId65"/>
    <p:sldId id="1033" r:id="rId66"/>
    <p:sldId id="1035" r:id="rId67"/>
    <p:sldId id="1036" r:id="rId68"/>
    <p:sldId id="849" r:id="rId69"/>
    <p:sldId id="850" r:id="rId70"/>
    <p:sldId id="851" r:id="rId71"/>
    <p:sldId id="852" r:id="rId72"/>
    <p:sldId id="853" r:id="rId73"/>
    <p:sldId id="1039" r:id="rId74"/>
    <p:sldId id="855" r:id="rId75"/>
    <p:sldId id="856" r:id="rId76"/>
    <p:sldId id="857" r:id="rId77"/>
    <p:sldId id="858" r:id="rId78"/>
    <p:sldId id="859" r:id="rId79"/>
    <p:sldId id="870" r:id="rId80"/>
    <p:sldId id="862" r:id="rId81"/>
    <p:sldId id="624" r:id="rId82"/>
    <p:sldId id="625" r:id="rId83"/>
    <p:sldId id="868" r:id="rId84"/>
    <p:sldId id="873" r:id="rId85"/>
    <p:sldId id="629" r:id="rId86"/>
    <p:sldId id="630" r:id="rId87"/>
    <p:sldId id="631" r:id="rId88"/>
    <p:sldId id="632" r:id="rId89"/>
    <p:sldId id="874" r:id="rId90"/>
    <p:sldId id="633" r:id="rId91"/>
    <p:sldId id="634" r:id="rId92"/>
    <p:sldId id="872" r:id="rId93"/>
    <p:sldId id="635" r:id="rId94"/>
    <p:sldId id="871" r:id="rId95"/>
    <p:sldId id="636" r:id="rId96"/>
    <p:sldId id="637" r:id="rId97"/>
    <p:sldId id="867" r:id="rId98"/>
    <p:sldId id="639" r:id="rId99"/>
    <p:sldId id="640" r:id="rId100"/>
    <p:sldId id="883" r:id="rId101"/>
    <p:sldId id="884" r:id="rId102"/>
    <p:sldId id="885" r:id="rId103"/>
    <p:sldId id="643" r:id="rId104"/>
    <p:sldId id="667" r:id="rId105"/>
    <p:sldId id="644" r:id="rId106"/>
    <p:sldId id="645" r:id="rId107"/>
    <p:sldId id="646" r:id="rId108"/>
    <p:sldId id="647" r:id="rId109"/>
    <p:sldId id="886" r:id="rId110"/>
    <p:sldId id="888" r:id="rId111"/>
    <p:sldId id="889" r:id="rId112"/>
    <p:sldId id="891" r:id="rId113"/>
    <p:sldId id="890" r:id="rId114"/>
    <p:sldId id="892" r:id="rId115"/>
    <p:sldId id="895" r:id="rId116"/>
    <p:sldId id="893" r:id="rId117"/>
    <p:sldId id="897" r:id="rId118"/>
    <p:sldId id="896" r:id="rId119"/>
    <p:sldId id="936" r:id="rId120"/>
    <p:sldId id="925" r:id="rId121"/>
    <p:sldId id="926" r:id="rId122"/>
    <p:sldId id="927" r:id="rId123"/>
    <p:sldId id="937" r:id="rId124"/>
    <p:sldId id="938" r:id="rId125"/>
    <p:sldId id="939" r:id="rId126"/>
    <p:sldId id="940" r:id="rId127"/>
    <p:sldId id="941" r:id="rId128"/>
    <p:sldId id="942" r:id="rId129"/>
    <p:sldId id="943" r:id="rId130"/>
    <p:sldId id="944" r:id="rId131"/>
    <p:sldId id="945" r:id="rId132"/>
    <p:sldId id="946" r:id="rId133"/>
    <p:sldId id="947" r:id="rId134"/>
    <p:sldId id="952" r:id="rId135"/>
    <p:sldId id="953" r:id="rId136"/>
    <p:sldId id="954" r:id="rId137"/>
    <p:sldId id="955" r:id="rId138"/>
    <p:sldId id="948" r:id="rId139"/>
    <p:sldId id="951" r:id="rId140"/>
    <p:sldId id="962" r:id="rId141"/>
    <p:sldId id="960" r:id="rId142"/>
    <p:sldId id="961" r:id="rId143"/>
    <p:sldId id="956" r:id="rId144"/>
    <p:sldId id="957" r:id="rId145"/>
    <p:sldId id="958" r:id="rId146"/>
    <p:sldId id="959" r:id="rId147"/>
    <p:sldId id="971" r:id="rId148"/>
    <p:sldId id="972" r:id="rId149"/>
    <p:sldId id="973" r:id="rId150"/>
    <p:sldId id="974" r:id="rId151"/>
    <p:sldId id="963" r:id="rId152"/>
    <p:sldId id="964" r:id="rId153"/>
    <p:sldId id="1041" r:id="rId154"/>
    <p:sldId id="975" r:id="rId155"/>
    <p:sldId id="875" r:id="rId156"/>
    <p:sldId id="1042" r:id="rId157"/>
    <p:sldId id="1044" r:id="rId158"/>
    <p:sldId id="1045" r:id="rId159"/>
    <p:sldId id="1046" r:id="rId160"/>
    <p:sldId id="1043" r:id="rId161"/>
    <p:sldId id="968" r:id="rId162"/>
    <p:sldId id="969" r:id="rId163"/>
    <p:sldId id="967" r:id="rId164"/>
    <p:sldId id="970" r:id="rId165"/>
    <p:sldId id="1040" r:id="rId166"/>
    <p:sldId id="1049" r:id="rId167"/>
    <p:sldId id="977" r:id="rId168"/>
    <p:sldId id="976" r:id="rId169"/>
    <p:sldId id="978" r:id="rId170"/>
    <p:sldId id="979" r:id="rId171"/>
    <p:sldId id="980" r:id="rId172"/>
    <p:sldId id="982" r:id="rId173"/>
    <p:sldId id="981" r:id="rId174"/>
    <p:sldId id="983" r:id="rId175"/>
    <p:sldId id="1050" r:id="rId176"/>
    <p:sldId id="1051" r:id="rId177"/>
    <p:sldId id="1052" r:id="rId178"/>
    <p:sldId id="1053" r:id="rId179"/>
    <p:sldId id="1054" r:id="rId180"/>
  </p:sldIdLst>
  <p:sldSz cx="18288000" cy="10287000"/>
  <p:notesSz cx="6858000" cy="9144000"/>
  <p:embeddedFontLst>
    <p:embeddedFont>
      <p:font typeface="Noto Sans T Chinese" panose="02020500000000000000" charset="-120"/>
      <p:regular r:id="rId182"/>
    </p:embeddedFont>
    <p:embeddedFont>
      <p:font typeface="Noto Sans T Chinese Bold" panose="02020500000000000000" charset="-120"/>
      <p:regular r:id="rId183"/>
      <p:bold r:id="rId184"/>
    </p:embeddedFont>
    <p:embeddedFont>
      <p:font typeface="微軟正黑體" panose="020B0604030504040204" pitchFamily="34" charset="-120"/>
      <p:regular r:id="rId185"/>
      <p:bold r:id="rId186"/>
    </p:embeddedFont>
    <p:embeddedFont>
      <p:font typeface="標楷體" panose="03000509000000000000" pitchFamily="65" charset="-120"/>
      <p:regular r:id="rId18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orient="horz" pos="984" userDrawn="1">
          <p15:clr>
            <a:srgbClr val="A4A3A4"/>
          </p15:clr>
        </p15:guide>
        <p15:guide id="3" pos="2016" userDrawn="1">
          <p15:clr>
            <a:srgbClr val="A4A3A4"/>
          </p15:clr>
        </p15:guide>
        <p15:guide id="4" orient="horz" pos="544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EFB394-13E5-8015-21B7-04B2D433841B}" name="千育 黃" initials="千黃" userId="3351a577e5780585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福 嘉" initials="福嘉" lastIdx="2" clrIdx="0">
    <p:extLst>
      <p:ext uri="{19B8F6BF-5375-455C-9EA6-DF929625EA0E}">
        <p15:presenceInfo xmlns:p15="http://schemas.microsoft.com/office/powerpoint/2012/main" userId="e40bd4c0196572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佈景主題樣式 2 - 輔色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13" autoAdjust="0"/>
    <p:restoredTop sz="94014" autoAdjust="0"/>
  </p:normalViewPr>
  <p:slideViewPr>
    <p:cSldViewPr>
      <p:cViewPr>
        <p:scale>
          <a:sx n="75" d="100"/>
          <a:sy n="75" d="100"/>
        </p:scale>
        <p:origin x="342" y="-12"/>
      </p:cViewPr>
      <p:guideLst>
        <p:guide orient="horz" pos="360"/>
        <p:guide orient="horz" pos="984"/>
        <p:guide pos="2016"/>
        <p:guide orient="horz" pos="5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191" Type="http://schemas.openxmlformats.org/officeDocument/2006/relationships/theme" Target="theme/theme1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181" Type="http://schemas.openxmlformats.org/officeDocument/2006/relationships/notesMaster" Target="notesMasters/notesMaster1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71" Type="http://schemas.openxmlformats.org/officeDocument/2006/relationships/slide" Target="slides/slide167.xml"/><Relationship Id="rId192" Type="http://schemas.openxmlformats.org/officeDocument/2006/relationships/tableStyles" Target="tableStyles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182" Type="http://schemas.openxmlformats.org/officeDocument/2006/relationships/font" Target="fonts/font1.fntdata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5" Type="http://schemas.openxmlformats.org/officeDocument/2006/relationships/slide" Target="slides/slide61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51" Type="http://schemas.openxmlformats.org/officeDocument/2006/relationships/slide" Target="slides/slide147.xml"/><Relationship Id="rId172" Type="http://schemas.openxmlformats.org/officeDocument/2006/relationships/slide" Target="slides/slide168.xml"/><Relationship Id="rId193" Type="http://schemas.microsoft.com/office/2018/10/relationships/authors" Target="authors.xml"/><Relationship Id="rId13" Type="http://schemas.openxmlformats.org/officeDocument/2006/relationships/slide" Target="slides/slide9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openxmlformats.org/officeDocument/2006/relationships/commentAuthors" Target="commentAuthor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162" Type="http://schemas.openxmlformats.org/officeDocument/2006/relationships/slide" Target="slides/slide158.xml"/><Relationship Id="rId183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openxmlformats.org/officeDocument/2006/relationships/font" Target="fonts/font3.fntdata"/><Relationship Id="rId18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79" Type="http://schemas.openxmlformats.org/officeDocument/2006/relationships/slide" Target="slides/slide175.xml"/><Relationship Id="rId190" Type="http://schemas.openxmlformats.org/officeDocument/2006/relationships/viewProps" Target="viewProp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slide" Target="slides/slide160.xml"/><Relationship Id="rId169" Type="http://schemas.openxmlformats.org/officeDocument/2006/relationships/slide" Target="slides/slide165.xml"/><Relationship Id="rId185" Type="http://schemas.openxmlformats.org/officeDocument/2006/relationships/font" Target="fonts/font4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80" Type="http://schemas.openxmlformats.org/officeDocument/2006/relationships/slide" Target="slides/slide176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186" Type="http://schemas.openxmlformats.org/officeDocument/2006/relationships/font" Target="fonts/font5.fntdata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87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4510-4BEA-3631-F2FB-8CA75027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90B0821-3715-37DA-3ED2-13DF7CBCE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F695E36-097A-0C2C-BDEC-4EABF6691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C8394D-EC24-B839-E2BE-8EFE9C4CF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5422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92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22860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B8019-33C8-54C8-C20E-66E5D07CF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F2E9A59-FE5E-D9F2-83B4-7762A6306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35701B7-3E1C-D34F-FE32-9C8FC4C23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51D2C1-0150-7D9D-E58B-141260BEA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151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7139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0B741-42E5-1465-ABD6-1F6B120226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41BF1E-1183-F4D9-31BA-19DAB84A5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E72352-EF93-4F0D-19CE-DEF156A1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C467B18-6AF1-AD69-A88D-DBFB12F49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339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EA77C1E-36FC-7869-8B16-7C291C64B59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15773400" cy="7018338"/>
          </a:xfrm>
        </p:spPr>
        <p:txBody>
          <a:bodyPr/>
          <a:lstStyle>
            <a:lvl1pPr marL="360000" indent="-360000">
              <a:defRPr sz="4800"/>
            </a:lvl1pPr>
            <a:lvl2pPr marL="817200" indent="-360000">
              <a:defRPr sz="40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BBD8088-9FA9-A260-59FD-D9BD267DD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CF6D7F-41D8-B39C-53CF-5EFEB8FB1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3FBFAD7-0402-4F01-B732-342F18C7B6CA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C7BAB8-8BD0-DE27-A563-5986B9AD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A7CF6FD6-0C7B-0A95-C4DA-2B26DF1BD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587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5D04E-4D47-43EE-78F1-7448A75EFF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2DE567-F901-D024-470D-9F031143E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338DDA-3E84-F35C-BE9E-9FBE466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3D764496-107C-4BC6-82D1-6096F14FE204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29E915-A1BF-C5F6-4156-9F2B109A2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4C8B336-07A4-388F-6500-317D9CC32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317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9E84FCB-6254-E983-C629-B444EC853F49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590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5603499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5C4A3EFA-2853-7541-35A9-216299E62F7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220200" y="8610224"/>
            <a:ext cx="7810500" cy="656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>
              <a:buFont typeface="Wingdings" panose="05000000000000000000" pitchFamily="2" charset="2"/>
              <a:buChar char="u"/>
              <a:defRPr sz="38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914400" indent="0">
              <a:buFont typeface="Arial" panose="020B0604020202020204" pitchFamily="34" charset="0"/>
              <a:buNone/>
              <a:defRPr sz="38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2"/>
            <a:endParaRPr kumimoji="1"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AD57E72-237B-018F-2315-237C9AC4835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789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26992C-4CD5-CB5A-C39F-ADCE9874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8283551-2DCE-97F9-7AEC-524CEF86A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7B0639C-65BF-4730-B6A6-3F0CA845C175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856971-1E57-94D4-57F1-937235B0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FD3CDB95-C38C-B8CA-C0E4-FB4A34D03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4501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CC9509-B0B8-401A-A7FA-41C5B96D93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11FBDE0-E058-4CA5-AE42-568EE12C4A8B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F1C392-E421-74FC-EFD8-8C3434F3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855A80D3-BDF2-48CF-E7CB-ADCD509F0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900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C2C5AF-3C9C-7813-4FC3-399E96D20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0F9F75-DE3A-6D87-8CB5-D2A69C6D8B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C133771-3DFF-A976-6D23-EDE42161334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87657A-7CDF-4C7F-D996-47CAFF06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D7459946-82D3-42A7-84F1-623C3C564817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CD3B01B-AB38-0EE4-33D9-A50CF828D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B7CFE1E-8826-91D2-2D47-C95C47EC6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411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D2BFD-F769-A0BD-54C6-F2F933E4C4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5E28832-B687-C31C-E2FD-D9409158F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3224487-E447-AFE7-356C-AB99004ECF5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16E35D-65E1-6ACA-0F62-B898A8FC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F1961DFA-F181-47E3-ADA4-F98B9052DC15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4E56FBD-53DB-DCD2-931D-D73089301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65ACE4-05A8-7C9F-6CDB-F69B9E3F4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567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5022DE6-1FBE-B7FD-3191-125EAD327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276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2247900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60497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有說明文字且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300" y="3244848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57299" y="2247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/>
              <a:t>	</a:t>
            </a:r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00316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上下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3290888"/>
            <a:ext cx="15773397" cy="50466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F99371-F001-BBAF-BDAD-66CEAADA9E9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257298" y="2308225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44247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D752D5-980A-8EF1-434A-BAD92C894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CBC194-AC0F-4B24-38EB-3A6AB52B2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B54F4B-F3E5-C3CA-D558-27BCD2DB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E98CA65C-33B3-4633-8EE1-25C0AAE44C8B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51F3F-1D4F-552B-B0DE-7C76C3DE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B9BEEA0-ECAD-8BCC-B146-1216F23B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09609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273FC-4845-CB9C-32CE-1B97694A52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3390900"/>
            <a:ext cx="13716000" cy="2743200"/>
          </a:xfrm>
        </p:spPr>
        <p:txBody>
          <a:bodyPr anchor="b">
            <a:normAutofit/>
          </a:bodyPr>
          <a:lstStyle>
            <a:lvl1pPr algn="l">
              <a:defRPr sz="8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第</a:t>
            </a:r>
            <a:r>
              <a:rPr kumimoji="1" lang="en-US" altLang="zh-TW" dirty="0"/>
              <a:t>_</a:t>
            </a:r>
            <a:r>
              <a:rPr kumimoji="1" lang="zh-TW" altLang="en-US" dirty="0"/>
              <a:t>章</a:t>
            </a:r>
            <a:br>
              <a:rPr kumimoji="1" lang="en-US" altLang="zh-TW" dirty="0"/>
            </a:br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C71D6D-7841-5E5E-1815-CB69DC5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7D96-E779-4AD9-825E-B52CA434792B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65DDE7-76B7-1D43-C04C-8CB8D143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133DC27-928C-3F9D-F42E-7461E775B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63903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713AD0-84F6-65FD-9503-0F168B10E5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DF1484B-239E-F1A9-5AB1-ED052C8E51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8537A0-DCEB-D13B-E64D-D2F68C20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ED3B-D932-43F8-B281-4CCF22AC149F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3C447B-2A74-8FCD-C91F-AD1B50A2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026E1ADF-0000-CF46-580F-B82F21A26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72347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25A83D-5AD1-DA67-FB24-07A2686915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D49C3-1489-3747-6788-BABC861FB907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6D3072-BAA0-4DFA-32EE-3B794EFB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67AA-4045-42BC-B941-D12DE0E91F9E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FECF38-58A0-D783-EE79-6EDB7C2A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6A4F64-4E0D-1EB7-4D0F-B57AA635B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28404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0D21B-F4A5-7D10-9BAD-8CA863A62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910C20-B926-7C99-424C-3661DE5D5C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530FBA-BC34-C11D-2735-32F6B707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FAAD-2C41-4E10-A455-EB4D8B8018D3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566C08-163B-1FA4-C797-F9C9F4A1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A92ABD-C7DA-2BEB-05C1-EBED4486C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4987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76630B-2796-17E8-C0A0-D037D5D1C6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A5A5EA-8CBC-7D28-0342-FF2FDAF2153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431CA1-8A49-ABFC-6A6E-FDFF1086A9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F35FF4-7DF3-3BF3-5CBE-34FB31A4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A638A-0EFA-4072-A48E-098D7787B08E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EEF2230-A331-D919-2B34-37CFF436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3D9BC4B1-F3E1-FFCD-A6CD-D85E27EAB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2342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158BA4-D4AE-F67F-4AA9-B740EEFE1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9EDE40-043F-9DD0-20B5-6EA8D47A134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39C03C-3599-9382-21BC-C0760E75FB3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D4FC4A0-F21A-78D7-692C-CE201F2559A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F28F4C0-D69D-2DF5-2EB7-72304127028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04B7E12-E117-B2D8-C291-7A44FB00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6397-0909-4366-BAEB-F018D57B3525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E640A9-31CB-A277-5309-3E274508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0" name="投影片編號版面配置區 7">
            <a:extLst>
              <a:ext uri="{FF2B5EF4-FFF2-40B4-BE49-F238E27FC236}">
                <a16:creationId xmlns:a16="http://schemas.microsoft.com/office/drawing/2014/main" id="{9B90537D-B074-1E7B-C593-CC6F1310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59853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4FC79-77BA-355B-BB81-004DB7BA8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D77758-A035-E41D-964C-6D8E7AFA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2091-70FB-439A-96E0-A12581F04092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282DF2A-F15F-B13C-67BC-B52874DF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13C384E7-AA07-7A3A-6075-E2D577C21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69290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92E26C0-4137-12CE-8081-87E83000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2F9A3-69F9-442B-9011-118B91D8EF50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26C3944-9815-B835-B44A-C8D81F49F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A798A56F-1C48-2C94-1ECE-8EE34C983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209482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9EE4F-1F88-E26A-1AB1-7368E4466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2FB4E7-D0A3-7D84-9EC4-5F4FBD96E3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1239E90-675F-944F-A832-749B1FF4312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04126D-FD95-4951-9826-DF6FAFF8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D0B0-C513-4313-86DB-64CA29002D8C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052778-8011-8F3A-BC8E-13C55330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5B5682D1-41E1-E170-29D4-80E1F1FE1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032689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4BC028-BFFB-3C8F-7325-5C7B411EA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29A3447-0DFD-3EE3-C6BC-BED3A5CD0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08CB247-7628-88D2-437B-B0DC8B1A663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5F98B9-854A-A66E-4A0E-7F166045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B8DB6-138E-4227-AF0B-C98E8E77E705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52758A-0258-580A-C6EF-38B8AC12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5ADDA5C-13F7-E21E-0384-E4707ED57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57230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92287C-33EF-2A4A-6AEE-62537D029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8B0E0CF-5195-AB0D-FD0D-9E31D6055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942E00-ABB3-9FF3-3CEF-ED36B6F6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2796-2DFE-49E6-A111-3D4BA0FF8BAF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52C46B-49CC-271A-6306-46AD3523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454C11C1-7041-F023-F1C7-C3D7D6563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34655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F2D1B6-F9AF-559E-4707-18ADABF99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2AB6DDA-AC2A-F2B2-1743-4A1E40EEF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61B8D4-6BA0-85AC-D64A-6FF1B6B1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059F-9211-400F-8716-EB1886089847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667659-5B2F-4914-1DBC-A96163A7C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256EAA32-F75F-A519-10C7-ABE53B0C8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58067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273FC-4845-CB9C-32CE-1B97694A52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3390900"/>
            <a:ext cx="13716000" cy="2743200"/>
          </a:xfrm>
        </p:spPr>
        <p:txBody>
          <a:bodyPr anchor="b">
            <a:normAutofit/>
          </a:bodyPr>
          <a:lstStyle>
            <a:lvl1pPr algn="l">
              <a:defRPr sz="8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第</a:t>
            </a:r>
            <a:r>
              <a:rPr kumimoji="1" lang="en-US" altLang="zh-TW" dirty="0"/>
              <a:t>_</a:t>
            </a:r>
            <a:r>
              <a:rPr kumimoji="1" lang="zh-TW" altLang="en-US" dirty="0"/>
              <a:t>章</a:t>
            </a:r>
            <a:br>
              <a:rPr kumimoji="1" lang="en-US" altLang="zh-TW" dirty="0"/>
            </a:br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C71D6D-7841-5E5E-1815-CB69DC5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7D96-E779-4AD9-825E-B52CA434792B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65DDE7-76B7-1D43-C04C-8CB8D143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133DC27-928C-3F9D-F42E-7461E775B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16449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6066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963141-7E9D-6B23-47D2-D76D466DEC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2109B1-C3CE-C447-D3A1-C311C68F77C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DFF7DC-6E1B-70E8-B64B-AE21355B8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B9B2-CF6E-407B-B3F3-6F05D4192F87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A12201-A2CB-0D31-930B-EAF0E1D0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39CE5D-4970-E3BA-F394-26B8FAD5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4802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ECCAB-1B53-DF10-AD01-72F07973B8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AB532EE-82DA-7F9D-ED50-9907B4B38F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3FA997-574B-8DFF-8A95-2363C6DA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F464-8702-4984-92A2-A71A2B733FAC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6C39C1-138B-DACE-DE28-C82E7CB4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7820F9-A75F-156E-19E3-80EB9EEB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7550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622D1D-8A90-9D2D-051B-89149A8496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0948C5-9DBF-A7BB-6717-592AB7B3259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2CC089-EAE2-FDC2-412D-C085881273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11BED9-17E2-EEEE-F70F-1629EB2DC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8FA-AA28-42D7-B837-C16A33C96617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677F28-F346-784C-3E99-04C9BE68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4E310E9-7651-480D-810D-04F1D04E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42610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832E72-03AC-3AD3-6BCD-6530F77AB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3ED7B5-71A3-8549-5310-6CB635C10A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8AC62A9-83BD-1389-ECD1-6DF82DDD5C9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E70154D-C9C3-EB91-D99E-863FB4D91DF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A56370E-FFBE-3387-1C0E-42B2D8A054A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5469A84-6E35-F27B-20B2-30EE98B2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306D-952F-4964-9709-968616A74DDF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A75E339-D00D-3F36-AC92-60BA512B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1448BF5-CC9F-0EEC-D119-AEB6BE71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2107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57479E-D27F-D6A8-786E-D846F4DD6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8DBE83D-EF37-8C7D-7E96-A9E91393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011F-3C14-41DD-A99F-3AF1C20A9B4A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CAE18DE-F775-A04B-DA0F-0BFB099F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0774419-5D28-2D3F-7F45-9CCDACC0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5794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E9FD087-16CC-985D-C728-AF2A67419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A8568-6BC0-4CBC-880D-99C5B810CBB6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23B5ADA-7B49-DF83-A82C-32F19EA9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AF80D2-2E3A-5D39-BED9-113EDF46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1861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914EAC-350D-EC63-953F-6EBB42E2A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7065C5-561B-835C-2503-039C5CE512F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28BDDA1-BE72-6C7D-0D81-9A194B043FA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98BB9E5-48CB-E795-FACB-AD84D74B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6FCA-640C-4795-A726-31724081322B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25F2A6-7308-3EF7-0040-8DBD8AB0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440AA9-8756-D93B-E588-3F5DB8FE9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9610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8EED1-41EA-0A33-D100-CEFF0A5A7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33387DC-ABFC-D849-7F1B-8A41780F5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05865CB-0EBF-CD9B-D8E9-0B5FCBB1AAE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6D02F1-8C50-76A4-6A87-7B542DAD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D992-A4F0-4FE5-8923-3FD6B01876B2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FB803D-FA87-16B0-54F0-7F3C6C1AA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9C5EEF-BBCE-9E8E-2419-215788F8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7192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DE9345-B86C-1213-AD3B-4B6169FE7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5D90EDF-43DE-4174-E967-21458E154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F16BAC-E21B-F61B-3D9B-E581ACE1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594-C124-4370-8295-F3BB66DA6882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6383BC-54F2-77B4-356C-87AD719A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C8321A-E757-FE3E-A2DF-AAC46A1D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16693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0E1CA70-319C-984E-48F4-3AC7582E0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D8B02B-811C-94E9-9A76-56FD9FAF1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F8BD3F-FE6D-EDBE-FA6B-5A40D5BB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A890-B7BB-4DFC-81ED-5A8A0EA14703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92D69E-2290-07DD-1797-AD313BC1B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6A6FAB-957C-C7F4-431E-0E2D6692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28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A2F837D9-DF74-B7A7-ACA3-2E234B247D8E}"/>
              </a:ext>
            </a:extLst>
          </p:cNvPr>
          <p:cNvSpPr/>
          <p:nvPr userDrawn="1"/>
        </p:nvSpPr>
        <p:spPr>
          <a:xfrm>
            <a:off x="-9463" y="-6807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5" y="0"/>
                </a:lnTo>
                <a:lnTo>
                  <a:pt x="18292465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832B8C6-035D-4408-96CF-D5801002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4272D6-6A15-7502-FB93-8AFEF405B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247900"/>
            <a:ext cx="15773400" cy="7018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F492AC-8B7D-A8BF-6BC1-61FB772DF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A62C615-B3FA-7D46-6CCB-D592FF5D7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716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734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731" r:id="rId11"/>
    <p:sldLayoutId id="2147483733" r:id="rId12"/>
    <p:sldLayoutId id="2147483732" r:id="rId13"/>
    <p:sldLayoutId id="2147483695" r:id="rId14"/>
    <p:sldLayoutId id="214748373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D9066190-D991-503B-6F9E-54B420158A26}"/>
              </a:ext>
            </a:extLst>
          </p:cNvPr>
          <p:cNvSpPr/>
          <p:nvPr userDrawn="1"/>
        </p:nvSpPr>
        <p:spPr>
          <a:xfrm>
            <a:off x="-4466" y="0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D6BA84A-CCA4-8F76-8916-8D89CB64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A42541-4E35-7A82-B493-5DF032754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053C68-8A6C-7368-3376-804886EB4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5EDC3-7B58-4BBE-B39C-4CE2A1884275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A23443-75C2-6BEC-8773-1991FDB4A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D0B27B-2FCF-9881-176F-FB89FE06A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582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2FE461B-AD88-F469-E6A5-6D54215A75E1}"/>
              </a:ext>
            </a:extLst>
          </p:cNvPr>
          <p:cNvSpPr/>
          <p:nvPr userDrawn="1"/>
        </p:nvSpPr>
        <p:spPr>
          <a:xfrm>
            <a:off x="-4466" y="-2512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FEA124A-0A5B-D479-FCB4-4C31E1A5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86D68D-9BFE-9E25-406F-B061CC6C9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500AD6-D24E-FB53-EFAD-F96C58B2E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6668F-B567-4CDC-9385-DB1E5FAA6C15}" type="datetime1">
              <a:rPr kumimoji="1" lang="zh-TW" altLang="en-US" smtClean="0"/>
              <a:t>2026/9/22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AB6771-49BD-EEF0-7656-995E6F57D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8B5FFC1-433C-AC57-A72A-65E12DEAF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975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79E78F0-706C-3AD2-C01D-9D746EAC285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5269"/>
          </a:xfrm>
          <a:prstGeom prst="rect">
            <a:avLst/>
          </a:prstGeom>
        </p:spPr>
      </p:pic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9A7EFCB-8D95-7B19-722A-A4764D065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B11BEE-ADA1-F007-123B-660CA857E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764C2C-9B89-5263-25A9-0DCDFCF52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870B5-B100-459B-B698-EF08D0455F63}" type="datetime1">
              <a:rPr lang="zh-TW" altLang="en-US" smtClean="0"/>
              <a:t>2026/9/22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0B5CA3-6094-45DD-3E0D-F9ED0D29C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9E1F20-F3D6-37E8-5B1E-AD08E41CB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18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tudio.edgeimpulse.com/signup" TargetMode="Externa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keil.com/download/" TargetMode="Externa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holtek.com.tw/page/vg/HT32F67595" TargetMode="Externa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ASAS0326/holtek_Super_Smart_Racket" TargetMode="Externa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hyperlink" Target="https://developer.arm.com/downloads/-/arm-gnu-toolchain-downloads" TargetMode="External"/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hyperlink" Target="https://www.keil.arm.com/packs/cmsis-arm/versions/" TargetMode="External"/><Relationship Id="rId1" Type="http://schemas.openxmlformats.org/officeDocument/2006/relationships/slideLayout" Target="../slideLayouts/slideLayout1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hyperlink" Target="https://www.keil.arm.com/packs/cmsis-dsp-arm/versions/" TargetMode="External"/><Relationship Id="rId1" Type="http://schemas.openxmlformats.org/officeDocument/2006/relationships/slideLayout" Target="../slideLayouts/slideLayout1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hyperlink" Target="https://www.keil.arm.com/packs/cmsis-nn-arm/versions/" TargetMode="External"/><Relationship Id="rId1" Type="http://schemas.openxmlformats.org/officeDocument/2006/relationships/slideLayout" Target="../slideLayouts/slideLayout1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hyperlink" Target="https://www.keil.arm.com/packs/ei-sdk-edgeimpulse/versions/" TargetMode="External"/><Relationship Id="rId1" Type="http://schemas.openxmlformats.org/officeDocument/2006/relationships/slideLayout" Target="../slideLayouts/slideLayout1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emf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1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1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1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1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1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1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1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1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1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11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1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ASAS0326/holtek_Super_Smart_Racket" TargetMode="External"/><Relationship Id="rId1" Type="http://schemas.openxmlformats.org/officeDocument/2006/relationships/slideLayout" Target="../slideLayouts/slideLayout1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jpeg"/><Relationship Id="rId1" Type="http://schemas.openxmlformats.org/officeDocument/2006/relationships/slideLayout" Target="../slideLayouts/slideLayout1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jpeg"/><Relationship Id="rId1" Type="http://schemas.openxmlformats.org/officeDocument/2006/relationships/slideLayout" Target="../slideLayouts/slideLayout1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jpeg"/><Relationship Id="rId1" Type="http://schemas.openxmlformats.org/officeDocument/2006/relationships/slideLayout" Target="../slideLayouts/slideLayout1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jpeg"/><Relationship Id="rId1" Type="http://schemas.openxmlformats.org/officeDocument/2006/relationships/slideLayout" Target="../slideLayouts/slideLayout1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eg"/><Relationship Id="rId1" Type="http://schemas.openxmlformats.org/officeDocument/2006/relationships/slideLayout" Target="../slideLayouts/slideLayout1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jpeg"/><Relationship Id="rId1" Type="http://schemas.openxmlformats.org/officeDocument/2006/relationships/slideLayout" Target="../slideLayouts/slideLayout1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eg"/><Relationship Id="rId1" Type="http://schemas.openxmlformats.org/officeDocument/2006/relationships/slideLayout" Target="../slideLayouts/slideLayout1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eg"/><Relationship Id="rId1" Type="http://schemas.openxmlformats.org/officeDocument/2006/relationships/slideLayout" Target="../slideLayouts/slideLayout1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hyperlink" Target="https://asas0326.github.io/holtek_Super_Smart_Racket/" TargetMode="External"/><Relationship Id="rId1" Type="http://schemas.openxmlformats.org/officeDocument/2006/relationships/slideLayout" Target="../slideLayouts/slideLayout1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C7B9-D46C-813D-9FA4-9BF29603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D127B3-2ECC-1EBD-139E-5CF29DAE97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</a:rPr>
              <a:t>第八章</a:t>
            </a:r>
            <a:br>
              <a:rPr lang="en-US" altLang="zh-TW" dirty="0">
                <a:latin typeface="微軟正黑體" panose="020B0604030504040204" pitchFamily="34" charset="-120"/>
              </a:rPr>
            </a:br>
            <a:r>
              <a:rPr lang="en-US" altLang="zh-TW" dirty="0">
                <a:latin typeface="微軟正黑體" panose="020B0604030504040204" pitchFamily="34" charset="-120"/>
              </a:rPr>
              <a:t>				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					</a:t>
            </a:r>
            <a:r>
              <a:rPr lang="zh-TW" altLang="en-US" dirty="0">
                <a:latin typeface="微軟正黑體" panose="020B0604030504040204" pitchFamily="34" charset="-120"/>
              </a:rPr>
              <a:t>  智慧球拍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23C65B-DCB6-5B6B-5205-BA3588E8E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409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02F851C-E824-A520-2E38-8C2390C6D2FC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817200" algn="just"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本章基於 </a:t>
            </a:r>
            <a:r>
              <a:rPr lang="en-US" altLang="zh-TW" dirty="0">
                <a:latin typeface="Times New Roman" panose="02020603050405020304" pitchFamily="18" charset="0"/>
              </a:rPr>
              <a:t>HT32F67696 </a:t>
            </a:r>
            <a:r>
              <a:rPr lang="zh-TW" altLang="en-US" dirty="0">
                <a:latin typeface="Times New Roman" panose="02020603050405020304" pitchFamily="18" charset="0"/>
              </a:rPr>
              <a:t>與</a:t>
            </a:r>
            <a:r>
              <a:rPr lang="en-US" altLang="zh-TW" dirty="0">
                <a:latin typeface="Times New Roman" panose="02020603050405020304" pitchFamily="18" charset="0"/>
              </a:rPr>
              <a:t> Edge Impulse</a:t>
            </a:r>
            <a:r>
              <a:rPr lang="zh-TW" altLang="en-US" dirty="0">
                <a:latin typeface="Times New Roman" panose="02020603050405020304" pitchFamily="18" charset="0"/>
              </a:rPr>
              <a:t> 平台，實現姿態識功能。系統整合</a:t>
            </a:r>
            <a:r>
              <a:rPr lang="en-US" altLang="zh-TW" dirty="0">
                <a:latin typeface="Times New Roman" panose="02020603050405020304" pitchFamily="18" charset="0"/>
              </a:rPr>
              <a:t> LSM6DS3</a:t>
            </a:r>
            <a:r>
              <a:rPr lang="zh-TW" altLang="en-US" dirty="0">
                <a:latin typeface="Times New Roman" panose="02020603050405020304" pitchFamily="18" charset="0"/>
              </a:rPr>
              <a:t> 六軸，並使用 </a:t>
            </a:r>
            <a:r>
              <a:rPr lang="en-US" altLang="zh-TW" dirty="0">
                <a:latin typeface="Times New Roman" panose="02020603050405020304" pitchFamily="18" charset="0"/>
              </a:rPr>
              <a:t>Python</a:t>
            </a:r>
            <a:r>
              <a:rPr lang="zh-TW" altLang="en-US" dirty="0">
                <a:latin typeface="Times New Roman" panose="02020603050405020304" pitchFamily="18" charset="0"/>
              </a:rPr>
              <a:t> 程式 姿態資料集，再匯入 </a:t>
            </a:r>
            <a:r>
              <a:rPr lang="en-US" altLang="zh-TW" dirty="0">
                <a:latin typeface="Times New Roman" panose="02020603050405020304" pitchFamily="18" charset="0"/>
              </a:rPr>
              <a:t>Edge Impulse</a:t>
            </a:r>
            <a:r>
              <a:rPr lang="zh-TW" altLang="en-US" dirty="0">
                <a:latin typeface="Times New Roman" panose="02020603050405020304" pitchFamily="18" charset="0"/>
              </a:rPr>
              <a:t> 標記出不同姿態類別後，提取特徵並訓練模型。完成後將模型轉換為 </a:t>
            </a:r>
            <a:r>
              <a:rPr lang="en-US" altLang="zh-TW" dirty="0">
                <a:latin typeface="Times New Roman" panose="02020603050405020304" pitchFamily="18" charset="0"/>
              </a:rPr>
              <a:t>CMSIS-Pack</a:t>
            </a:r>
            <a:r>
              <a:rPr lang="zh-TW" altLang="en-US" dirty="0">
                <a:latin typeface="Times New Roman" panose="02020603050405020304" pitchFamily="18" charset="0"/>
              </a:rPr>
              <a:t>，並透過 </a:t>
            </a:r>
            <a:r>
              <a:rPr lang="en-US" altLang="zh-TW" dirty="0">
                <a:latin typeface="Times New Roman" panose="02020603050405020304" pitchFamily="18" charset="0"/>
              </a:rPr>
              <a:t>Keil C</a:t>
            </a:r>
            <a:r>
              <a:rPr lang="zh-TW" altLang="en-US" dirty="0">
                <a:latin typeface="Times New Roman" panose="02020603050405020304" pitchFamily="18" charset="0"/>
              </a:rPr>
              <a:t> 撰寫推論程式碼，最終部署至開發板，達成即時球拍姿態辨識。</a:t>
            </a: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0228108-E236-633C-D671-5C22F388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章節介紹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5FD970-D433-01DA-C9EA-7BFC8A1BF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9147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B1957FF-8192-9825-3B3D-5BA030994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實作核心流程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A2FC80-61B1-6F21-13CB-36452BF46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</a:t>
            </a:fld>
            <a:endParaRPr kumimoji="1"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706AB91-EB84-BC6A-AEF2-BF0942879CE0}"/>
              </a:ext>
            </a:extLst>
          </p:cNvPr>
          <p:cNvSpPr/>
          <p:nvPr/>
        </p:nvSpPr>
        <p:spPr>
          <a:xfrm>
            <a:off x="15240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定義任務</a:t>
            </a:r>
            <a:endParaRPr lang="en-US" altLang="zh-TW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與硬體平台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4D79063-8A2D-59AF-AD37-D64F2640534D}"/>
              </a:ext>
            </a:extLst>
          </p:cNvPr>
          <p:cNvSpPr/>
          <p:nvPr/>
        </p:nvSpPr>
        <p:spPr>
          <a:xfrm>
            <a:off x="67056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資料蒐集與標註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1A9E6C1-3286-A31A-93AE-DA0443DEEF1F}"/>
              </a:ext>
            </a:extLst>
          </p:cNvPr>
          <p:cNvSpPr/>
          <p:nvPr/>
        </p:nvSpPr>
        <p:spPr>
          <a:xfrm>
            <a:off x="11887200" y="2650803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前處理與特徵工程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29AAE00-99DE-B6DA-B6A0-D6D34E0E6794}"/>
              </a:ext>
            </a:extLst>
          </p:cNvPr>
          <p:cNvSpPr/>
          <p:nvPr/>
        </p:nvSpPr>
        <p:spPr>
          <a:xfrm>
            <a:off x="15240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部署與</a:t>
            </a:r>
            <a:r>
              <a:rPr lang="en-US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CMSIS-NN / </a:t>
            </a:r>
            <a:r>
              <a:rPr lang="en-US" altLang="zh-TW" sz="32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TinyML</a:t>
            </a:r>
            <a:r>
              <a:rPr lang="en-US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整合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EEA61DA-4FFE-26CA-20EF-67F130938735}"/>
              </a:ext>
            </a:extLst>
          </p:cNvPr>
          <p:cNvSpPr/>
          <p:nvPr/>
        </p:nvSpPr>
        <p:spPr>
          <a:xfrm>
            <a:off x="67056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模型評估與優化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1C6F79E-017C-A129-AC7B-445B7C2A7E6A}"/>
              </a:ext>
            </a:extLst>
          </p:cNvPr>
          <p:cNvSpPr/>
          <p:nvPr/>
        </p:nvSpPr>
        <p:spPr>
          <a:xfrm>
            <a:off x="11887200" y="5753100"/>
            <a:ext cx="4038600" cy="2133600"/>
          </a:xfrm>
          <a:prstGeom prst="roundRect">
            <a:avLst/>
          </a:prstGeom>
          <a:solidFill>
            <a:srgbClr val="FFFFFF"/>
          </a:solidFill>
          <a:ln w="76200">
            <a:solidFill>
              <a:schemeClr val="accent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sz="32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模型設計與訓練</a:t>
            </a:r>
            <a:endParaRPr lang="zh-TW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5ECD517-7D3F-22D4-89A7-4F3590364BF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562600" y="3717603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9D7C376-E98E-D622-8F15-17B8C221ABB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0744200" y="3717603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4E42DE2-42FB-F7CE-9ED5-330557803F98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13906500" y="4784403"/>
            <a:ext cx="0" cy="968697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671FC66-EE11-7C71-25E0-2869453B4674}"/>
              </a:ext>
            </a:extLst>
          </p:cNvPr>
          <p:cNvCxnSpPr>
            <a:stCxn id="10" idx="1"/>
            <a:endCxn id="9" idx="3"/>
          </p:cNvCxnSpPr>
          <p:nvPr/>
        </p:nvCxnSpPr>
        <p:spPr>
          <a:xfrm flipH="1">
            <a:off x="10744200" y="6819900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7AE34E0C-0C01-74C7-860E-FC85F191286E}"/>
              </a:ext>
            </a:extLst>
          </p:cNvPr>
          <p:cNvCxnSpPr>
            <a:stCxn id="9" idx="1"/>
            <a:endCxn id="8" idx="3"/>
          </p:cNvCxnSpPr>
          <p:nvPr/>
        </p:nvCxnSpPr>
        <p:spPr>
          <a:xfrm flipH="1">
            <a:off x="5562600" y="6819900"/>
            <a:ext cx="1143000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39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BE78-7A0E-1DE7-32C7-B575D783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C49D20F-A056-AC1C-8B48-33A22F557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</a:t>
            </a:fld>
            <a:endParaRPr kumimoji="1" lang="zh-TW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2C47E5E-1F7E-9142-AD68-F4F3CF19583C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9DAF9-C844-0068-3562-BB968EEE84C5}"/>
              </a:ext>
            </a:extLst>
          </p:cNvPr>
          <p:cNvSpPr txBox="1"/>
          <p:nvPr/>
        </p:nvSpPr>
        <p:spPr>
          <a:xfrm>
            <a:off x="2757220" y="4480850"/>
            <a:ext cx="12906003" cy="1325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事前準備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791526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39C6C1-5DB2-C31A-78DF-D87A9E7C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Edge Impulse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-1/2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F0D984-5331-8CBB-9096-78F170451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11591D-739F-90BE-3F06-D93B5BC53646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Edge Impulse </a:t>
            </a:r>
            <a:r>
              <a:rPr lang="en-US" altLang="zh-TW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官方網站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(</a:t>
            </a:r>
            <a:r>
              <a:rPr lang="en-US" altLang="zh-TW" b="1" u="sng" dirty="0"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  <a:hlinkClick r:id="rId2"/>
              </a:rPr>
              <a:t>https://studio.edgeimpulse.com/signup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)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，點擊右上角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/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【Sign Up】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，先創建帳號。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471DB5F-8CC2-48EC-95E3-76C8F8523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626" y="2247900"/>
            <a:ext cx="10926772" cy="61087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32080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39C6C1-5DB2-C31A-78DF-D87A9E7C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Edge Impulse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-2/2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F0D984-5331-8CBB-9096-78F170451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11591D-739F-90BE-3F06-D93B5BC5364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371600" y="8259762"/>
            <a:ext cx="15773398" cy="660399"/>
          </a:xfrm>
        </p:spPr>
        <p:txBody>
          <a:bodyPr>
            <a:noAutofit/>
          </a:bodyPr>
          <a:lstStyle/>
          <a:p>
            <a:pPr marL="0" lvl="1" indent="817200" algn="just">
              <a:spcBef>
                <a:spcPct val="0"/>
              </a:spcBef>
              <a:buNone/>
              <a:tabLst>
                <a:tab pos="185738" algn="l"/>
                <a:tab pos="985838" algn="l"/>
              </a:tabLst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到電子信箱收啟用驗證信，通常幾分鐘內會收到，點擊連結後就可啟動帳號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，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如果沒收到驗證信，可再要求重寄，若已啟用則可點擊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【Click here to build your first ML model】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創建新專案。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marL="1200150" lvl="1" indent="-742950" algn="just">
              <a:spcBef>
                <a:spcPct val="0"/>
              </a:spcBef>
              <a:buFont typeface="+mj-lt"/>
              <a:buAutoNum type="arabicPeriod" startAt="2"/>
            </a:pPr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7878EC11-055A-672C-54D2-F41D998DE2AE}"/>
              </a:ext>
            </a:extLst>
          </p:cNvPr>
          <p:cNvGrpSpPr/>
          <p:nvPr/>
        </p:nvGrpSpPr>
        <p:grpSpPr>
          <a:xfrm>
            <a:off x="5668385" y="2299447"/>
            <a:ext cx="6951230" cy="5183967"/>
            <a:chOff x="5668385" y="2299447"/>
            <a:chExt cx="6951230" cy="5183967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7083F5C4-44A3-4C6B-61C4-B2358E55306B}"/>
                </a:ext>
              </a:extLst>
            </p:cNvPr>
            <p:cNvGrpSpPr/>
            <p:nvPr/>
          </p:nvGrpSpPr>
          <p:grpSpPr>
            <a:xfrm>
              <a:off x="5668385" y="2299447"/>
              <a:ext cx="6951230" cy="5183967"/>
              <a:chOff x="5668385" y="2299447"/>
              <a:chExt cx="6951230" cy="5183967"/>
            </a:xfrm>
          </p:grpSpPr>
          <p:pic>
            <p:nvPicPr>
              <p:cNvPr id="9" name="圖片 8" descr="一張含有 文字, 螢幕擷取畫面, 軟體, 網頁 的圖片&#10;&#10;AI 產生的內容可能不正確。">
                <a:extLst>
                  <a:ext uri="{FF2B5EF4-FFF2-40B4-BE49-F238E27FC236}">
                    <a16:creationId xmlns:a16="http://schemas.microsoft.com/office/drawing/2014/main" id="{33F57001-AE60-B97D-5DF1-BC527452EF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94" t="28293" r="29964" b="12013"/>
              <a:stretch/>
            </p:blipFill>
            <p:spPr>
              <a:xfrm>
                <a:off x="5668385" y="2299447"/>
                <a:ext cx="6951230" cy="5183967"/>
              </a:xfrm>
              <a:prstGeom prst="rect">
                <a:avLst/>
              </a:prstGeom>
            </p:spPr>
          </p:pic>
          <p:cxnSp>
            <p:nvCxnSpPr>
              <p:cNvPr id="8" name="直線單箭頭接點 7">
                <a:extLst>
                  <a:ext uri="{FF2B5EF4-FFF2-40B4-BE49-F238E27FC236}">
                    <a16:creationId xmlns:a16="http://schemas.microsoft.com/office/drawing/2014/main" id="{F48D31F2-7E33-C77E-C648-D23CCEE5F3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8400" y="4152900"/>
                <a:ext cx="0" cy="53340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C6766FA-920C-A369-1B63-90CF584E9E1F}"/>
                </a:ext>
              </a:extLst>
            </p:cNvPr>
            <p:cNvSpPr/>
            <p:nvPr/>
          </p:nvSpPr>
          <p:spPr>
            <a:xfrm>
              <a:off x="9144000" y="3771900"/>
              <a:ext cx="1676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7326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A5B835D8-A539-ECEC-23AA-C0B91806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Python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EC1CC94-99AA-B73E-7219-8B2AAA16F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5F69A7-E06B-816C-7EB6-E877FF4869B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zh-TW" altLang="en-US" sz="3200" b="1" dirty="0">
                <a:solidFill>
                  <a:srgbClr val="000000"/>
                </a:solidFill>
                <a:sym typeface="Times New Roman"/>
              </a:rPr>
              <a:t>在主機上安裝</a:t>
            </a:r>
            <a:r>
              <a:rPr lang="zh-TW" altLang="en-US" b="1" dirty="0">
                <a:solidFill>
                  <a:srgbClr val="000000"/>
                </a:solidFill>
                <a:ea typeface="Times New Roman"/>
                <a:sym typeface="Times New Roman"/>
              </a:rPr>
              <a:t> </a:t>
            </a:r>
            <a:r>
              <a:rPr lang="en-US" altLang="zh-TW" b="1" dirty="0">
                <a:solidFill>
                  <a:srgbClr val="000000"/>
                </a:solidFill>
                <a:ea typeface="Times New Roman"/>
                <a:sym typeface="Times New Roman"/>
              </a:rPr>
              <a:t>Python</a:t>
            </a:r>
            <a:r>
              <a:rPr lang="zh-TW" altLang="en-US" sz="3200" b="1" dirty="0">
                <a:solidFill>
                  <a:srgbClr val="000000"/>
                </a:solidFill>
                <a:sym typeface="Times New Roman"/>
              </a:rPr>
              <a:t>，下載網址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</a:rPr>
              <a:t>(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  <a:hlinkClick r:id="rId2"/>
              </a:rPr>
              <a:t>https://www.python.org/downloads/</a:t>
            </a:r>
            <a:r>
              <a:rPr lang="en-US" altLang="zh-TW" sz="3200" b="1" dirty="0">
                <a:solidFill>
                  <a:srgbClr val="000000"/>
                </a:solidFill>
                <a:ea typeface="Times New Roman"/>
                <a:sym typeface="Times New Roman"/>
              </a:rPr>
              <a:t>)</a:t>
            </a:r>
            <a:r>
              <a:rPr lang="zh-TW" altLang="en-US" sz="3200" b="1" dirty="0">
                <a:solidFill>
                  <a:srgbClr val="000000"/>
                </a:solidFill>
                <a:ea typeface="Times New Roman"/>
                <a:sym typeface="Times New Roman"/>
              </a:rPr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09A8D9B-6136-3E8A-CD18-9F42611ED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786" y="2247900"/>
            <a:ext cx="13704422" cy="608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37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EA9CF2D-292A-20BB-801B-01D19424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F73D6CD-04C8-BFD9-84AB-1CF6E36A2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D546B6-369D-1F0B-D9CD-7A637910D52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到官方網站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  <a:hlinkClick r:id="rId2"/>
              </a:rPr>
              <a:t>https://www.keil.com/download/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)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下載，選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Product Downloads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C17C437D-415A-68B4-FD39-04208812E011}"/>
              </a:ext>
            </a:extLst>
          </p:cNvPr>
          <p:cNvGrpSpPr/>
          <p:nvPr/>
        </p:nvGrpSpPr>
        <p:grpSpPr>
          <a:xfrm>
            <a:off x="2205318" y="2247900"/>
            <a:ext cx="13868400" cy="6200586"/>
            <a:chOff x="2205318" y="2247900"/>
            <a:chExt cx="13868400" cy="6200586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EB68545-AE43-0590-D940-B6DEDA8E4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5318" y="2247900"/>
              <a:ext cx="13868400" cy="6200586"/>
            </a:xfrm>
            <a:prstGeom prst="rect">
              <a:avLst/>
            </a:prstGeom>
            <a:noFill/>
          </p:spPr>
        </p:pic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F93D3483-77CB-8D46-1404-218367FB31B2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4762500"/>
              <a:ext cx="0" cy="8382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433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22F3C75-666D-E5D0-7ED5-F4640BCC4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D300725-6E30-09D1-88E6-2678FC733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2E591D-16E8-DF75-D84A-8DDD42F5457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選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MDK-Arm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3C0CC84-6568-E9E6-6AE1-D7D18AB6F039}"/>
              </a:ext>
            </a:extLst>
          </p:cNvPr>
          <p:cNvGrpSpPr/>
          <p:nvPr/>
        </p:nvGrpSpPr>
        <p:grpSpPr>
          <a:xfrm>
            <a:off x="1970388" y="2247900"/>
            <a:ext cx="14347217" cy="6248399"/>
            <a:chOff x="1970388" y="2247900"/>
            <a:chExt cx="14347217" cy="6248399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E9DAFE7E-B85D-957E-4C8E-37FC2187B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0388" y="2247900"/>
              <a:ext cx="14347217" cy="6248399"/>
            </a:xfrm>
            <a:prstGeom prst="rect">
              <a:avLst/>
            </a:prstGeom>
            <a:noFill/>
          </p:spPr>
        </p:pic>
        <p:cxnSp>
          <p:nvCxnSpPr>
            <p:cNvPr id="4" name="直線單箭頭接點 3">
              <a:extLst>
                <a:ext uri="{FF2B5EF4-FFF2-40B4-BE49-F238E27FC236}">
                  <a16:creationId xmlns:a16="http://schemas.microsoft.com/office/drawing/2014/main" id="{7ECEBF60-214B-86CD-472C-051D81FA5622}"/>
                </a:ext>
              </a:extLst>
            </p:cNvPr>
            <p:cNvCxnSpPr>
              <a:cxnSpLocks/>
            </p:cNvCxnSpPr>
            <p:nvPr/>
          </p:nvCxnSpPr>
          <p:spPr>
            <a:xfrm>
              <a:off x="8458200" y="4533900"/>
              <a:ext cx="0" cy="83820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17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75A92B7-600F-2FCD-034B-5E1AD6AD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8B8D956-30E9-F23F-0B86-67A595D2A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BD03A-19C5-363F-C9E9-6ED63B013E9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資料填寫畫面。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EEBC760-4BCE-3900-D4C1-FBCEFACEA4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262" y="2245659"/>
            <a:ext cx="11323470" cy="62483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5488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75A92B7-600F-2FCD-034B-5E1AD6AD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8B8D956-30E9-F23F-0B86-67A595D2A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BD03A-19C5-363F-C9E9-6ED63B013E9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>
              <a:buNone/>
              <a:tabLst>
                <a:tab pos="800100" algn="l"/>
              </a:tabLst>
            </a:pP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最後下載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MDK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的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exe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檔，到你下載的位置執行安裝檔，根據提示步驟安裝，但注意如果你要更改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安裝位置，請記住你的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安裝位置。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EA00B04-4BE6-62D4-E91F-33E48C6CF948}"/>
              </a:ext>
            </a:extLst>
          </p:cNvPr>
          <p:cNvGrpSpPr/>
          <p:nvPr/>
        </p:nvGrpSpPr>
        <p:grpSpPr>
          <a:xfrm>
            <a:off x="1707267" y="2386134"/>
            <a:ext cx="14873465" cy="5514732"/>
            <a:chOff x="1707267" y="2386134"/>
            <a:chExt cx="14873465" cy="5514732"/>
          </a:xfrm>
        </p:grpSpPr>
        <p:pic>
          <p:nvPicPr>
            <p:cNvPr id="7" name="圖片 6" descr="一張含有 文字, 螢幕擷取畫面, 軟體, 網頁 的圖片&#10;&#10;AI 產生的內容可能不正確。">
              <a:extLst>
                <a:ext uri="{FF2B5EF4-FFF2-40B4-BE49-F238E27FC236}">
                  <a16:creationId xmlns:a16="http://schemas.microsoft.com/office/drawing/2014/main" id="{87088CD5-B466-2BAA-B218-49EC4AB219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7267" y="2386134"/>
              <a:ext cx="14873465" cy="5514732"/>
            </a:xfrm>
            <a:prstGeom prst="rect">
              <a:avLst/>
            </a:prstGeom>
          </p:spPr>
        </p:pic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962608FB-611C-E8B1-385C-F0441F2E4B05}"/>
                </a:ext>
              </a:extLst>
            </p:cNvPr>
            <p:cNvCxnSpPr/>
            <p:nvPr/>
          </p:nvCxnSpPr>
          <p:spPr>
            <a:xfrm flipH="1">
              <a:off x="8001000" y="7048500"/>
              <a:ext cx="762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6893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FAFA7-9CAB-6C1A-4428-5E113FE8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9F21351-E3A0-17F0-7754-68C8C848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67595 Keil Support Package (1/3)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23160CB-C5B4-F61A-0287-6308F174A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98049A-1F94-2939-F9A2-A32B1E6C80C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>
              <a:tabLst>
                <a:tab pos="800100" algn="l"/>
              </a:tabLst>
            </a:pP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前往官網找到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  <a:hlinkClick r:id="rId2"/>
              </a:rPr>
              <a:t>https://www.holtek.com.tw/page/vg/HT32F67595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HT32F675X5_DFP.1.0.6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E0D87CE-5644-8F7E-AF5B-641C569F3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542" y="2171700"/>
            <a:ext cx="14984916" cy="522995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D4CCC68-9207-2300-BBB5-7B788C54F0F2}"/>
              </a:ext>
            </a:extLst>
          </p:cNvPr>
          <p:cNvSpPr/>
          <p:nvPr/>
        </p:nvSpPr>
        <p:spPr>
          <a:xfrm>
            <a:off x="1675984" y="5981700"/>
            <a:ext cx="4515887" cy="5235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EF0346-8F1C-FB48-EA26-E672E8BDFA99}"/>
              </a:ext>
            </a:extLst>
          </p:cNvPr>
          <p:cNvSpPr/>
          <p:nvPr/>
        </p:nvSpPr>
        <p:spPr>
          <a:xfrm>
            <a:off x="7772400" y="4351478"/>
            <a:ext cx="4572000" cy="63962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033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5EDE-4E3B-FBC3-8AB8-AE45CCAD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A52620-4A9B-5168-BFCC-40BC2A296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B11919B-3555-4200-97FA-155716525E8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在上方工具列點擊       </a:t>
            </a:r>
            <a:r>
              <a:rPr lang="en-US" altLang="zh-TW" dirty="0"/>
              <a:t>【 Pack installer 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→ </a:t>
            </a:r>
            <a:r>
              <a:rPr lang="zh-TW" altLang="en-US" dirty="0"/>
              <a:t>點擊 </a:t>
            </a:r>
            <a:r>
              <a:rPr lang="en-US" altLang="zh-TW" dirty="0"/>
              <a:t>File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→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點擊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r>
              <a:rPr lang="en-US" altLang="zh-TW" dirty="0"/>
              <a:t>Import </a:t>
            </a:r>
            <a:r>
              <a:rPr lang="zh-TW" altLang="en-US" dirty="0"/>
              <a:t>選項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4F2DEC75-DC34-0DF5-1524-BC28A86FCCD3}"/>
              </a:ext>
            </a:extLst>
          </p:cNvPr>
          <p:cNvGrpSpPr/>
          <p:nvPr/>
        </p:nvGrpSpPr>
        <p:grpSpPr>
          <a:xfrm>
            <a:off x="2340288" y="2292956"/>
            <a:ext cx="11942190" cy="6047164"/>
            <a:chOff x="2340288" y="2292956"/>
            <a:chExt cx="11942190" cy="6047164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154A9A53-EB5B-BA79-7C6B-B802E0873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243" t="2901" b="2909"/>
            <a:stretch/>
          </p:blipFill>
          <p:spPr>
            <a:xfrm>
              <a:off x="4005522" y="2292956"/>
              <a:ext cx="10276956" cy="6047164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3E53575-35A6-4413-AE6A-9797E9630F2A}"/>
                </a:ext>
              </a:extLst>
            </p:cNvPr>
            <p:cNvSpPr/>
            <p:nvPr/>
          </p:nvSpPr>
          <p:spPr>
            <a:xfrm>
              <a:off x="3971925" y="3162300"/>
              <a:ext cx="752475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56408EF-4781-4EDF-1025-EDF60CD28D96}"/>
                </a:ext>
              </a:extLst>
            </p:cNvPr>
            <p:cNvSpPr/>
            <p:nvPr/>
          </p:nvSpPr>
          <p:spPr>
            <a:xfrm>
              <a:off x="3971926" y="4602163"/>
              <a:ext cx="8143874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2283473B-2A1E-7964-971A-B528055E8508}"/>
                </a:ext>
              </a:extLst>
            </p:cNvPr>
            <p:cNvCxnSpPr>
              <a:cxnSpLocks/>
              <a:stCxn id="11" idx="6"/>
              <a:endCxn id="7" idx="1"/>
            </p:cNvCxnSpPr>
            <p:nvPr/>
          </p:nvCxnSpPr>
          <p:spPr>
            <a:xfrm>
              <a:off x="3259450" y="3465517"/>
              <a:ext cx="712475" cy="158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0AC1CB15-C122-4517-E3DC-C07DD169AA1C}"/>
                </a:ext>
              </a:extLst>
            </p:cNvPr>
            <p:cNvCxnSpPr>
              <a:cxnSpLocks/>
              <a:stCxn id="12" idx="6"/>
              <a:endCxn id="8" idx="1"/>
            </p:cNvCxnSpPr>
            <p:nvPr/>
          </p:nvCxnSpPr>
          <p:spPr>
            <a:xfrm>
              <a:off x="3254688" y="4906963"/>
              <a:ext cx="71723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流程圖: 接點 10">
              <a:extLst>
                <a:ext uri="{FF2B5EF4-FFF2-40B4-BE49-F238E27FC236}">
                  <a16:creationId xmlns:a16="http://schemas.microsoft.com/office/drawing/2014/main" id="{B5BF0735-61D0-1286-5F89-1DA4C87962F2}"/>
                </a:ext>
              </a:extLst>
            </p:cNvPr>
            <p:cNvSpPr/>
            <p:nvPr/>
          </p:nvSpPr>
          <p:spPr>
            <a:xfrm>
              <a:off x="2345050" y="3008317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1EDD857E-F6C0-42C4-1AC1-6D6D4DABAD4D}"/>
                </a:ext>
              </a:extLst>
            </p:cNvPr>
            <p:cNvSpPr/>
            <p:nvPr/>
          </p:nvSpPr>
          <p:spPr>
            <a:xfrm>
              <a:off x="2340288" y="4449763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CBD6F2B0-3273-D2C3-26F1-99CC3689CD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17" r="6349" b="-1568"/>
          <a:stretch>
            <a:fillRect/>
          </a:stretch>
        </p:blipFill>
        <p:spPr>
          <a:xfrm>
            <a:off x="5943600" y="8439152"/>
            <a:ext cx="762001" cy="827086"/>
          </a:xfrm>
          <a:prstGeom prst="rect">
            <a:avLst/>
          </a:prstGeom>
        </p:spPr>
      </p:pic>
      <p:sp>
        <p:nvSpPr>
          <p:cNvPr id="18" name="標題 4">
            <a:extLst>
              <a:ext uri="{FF2B5EF4-FFF2-40B4-BE49-F238E27FC236}">
                <a16:creationId xmlns:a16="http://schemas.microsoft.com/office/drawing/2014/main" id="{083CA8A7-B390-BC54-E2D2-3A0F9E610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67595 Keil Support Package (2/3)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5352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4DAE6-6096-16D3-3FDD-12F5E2B69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B98AC64-712F-457F-E58C-88DAC3078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688977"/>
            <a:ext cx="14401800" cy="253249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250AE6DB-C9ED-7A8F-2997-B1B6C8932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安裝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67595 Keil Support Package 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F58252-9EE6-0469-9DD0-3B8DB18EF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</a:t>
            </a:fld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C43EDE-A776-F22D-4B31-92AC92452ABF}"/>
              </a:ext>
            </a:extLst>
          </p:cNvPr>
          <p:cNvSpPr/>
          <p:nvPr/>
        </p:nvSpPr>
        <p:spPr>
          <a:xfrm>
            <a:off x="1447800" y="4267898"/>
            <a:ext cx="7951367" cy="96157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A1645EE6-37ED-54E8-0A7F-FB59E5A01BDC}"/>
              </a:ext>
            </a:extLst>
          </p:cNvPr>
          <p:cNvSpPr txBox="1">
            <a:spLocks/>
          </p:cNvSpPr>
          <p:nvPr/>
        </p:nvSpPr>
        <p:spPr>
          <a:xfrm>
            <a:off x="1421642" y="761646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選擇檔案→ 點擊開啟。</a:t>
            </a:r>
          </a:p>
        </p:txBody>
      </p:sp>
    </p:spTree>
    <p:extLst>
      <p:ext uri="{BB962C8B-B14F-4D97-AF65-F5344CB8AC3E}">
        <p14:creationId xmlns:p14="http://schemas.microsoft.com/office/powerpoint/2010/main" val="2212214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D0E58A-38E2-1E3E-E7F4-B47DCEA6E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</a:t>
            </a:fld>
            <a:endParaRPr kumimoji="1" lang="zh-TW" alt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BC33C67-9CE1-9EA0-F4CE-A55EE7A73DA3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C6EBB0D-F793-01EC-2E5F-AF20A3B8C897}"/>
              </a:ext>
            </a:extLst>
          </p:cNvPr>
          <p:cNvSpPr txBox="1"/>
          <p:nvPr/>
        </p:nvSpPr>
        <p:spPr>
          <a:xfrm>
            <a:off x="2757220" y="4480850"/>
            <a:ext cx="12906003" cy="1325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程式碼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338331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344F37D-5A7C-1D7E-8E1A-7CAA5EAE00D3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本章節需撰寫以下兩種功能之程式碼：</a:t>
            </a:r>
            <a:endParaRPr lang="en-US" altLang="zh-TW" dirty="0">
              <a:latin typeface="Times New Roman" panose="02020603050405020304" pitchFamily="18" charset="0"/>
            </a:endParaRPr>
          </a:p>
          <a:p>
            <a:pPr marL="0" indent="0" algn="l"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 err="1">
                <a:latin typeface="Times New Roman" panose="02020603050405020304" pitchFamily="18" charset="0"/>
              </a:rPr>
              <a:t>Data_collection</a:t>
            </a:r>
            <a:r>
              <a:rPr lang="zh-TW" altLang="en-US" dirty="0">
                <a:latin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</a:rPr>
              <a:t>P18 ~ P78</a:t>
            </a:r>
          </a:p>
          <a:p>
            <a:pPr lvl="1">
              <a:buFont typeface="Wingdings" panose="05000000000000000000" pitchFamily="2" charset="2"/>
              <a:buChar char="l"/>
            </a:pPr>
            <a:endParaRPr lang="en-US" altLang="zh-TW" sz="3200" dirty="0"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TW" dirty="0" err="1">
                <a:latin typeface="Times New Roman" panose="02020603050405020304" pitchFamily="18" charset="0"/>
              </a:rPr>
              <a:t>Racket_Firmware</a:t>
            </a:r>
            <a:r>
              <a:rPr lang="en-US" altLang="zh-TW" dirty="0">
                <a:latin typeface="Times New Roman" panose="02020603050405020304" pitchFamily="18" charset="0"/>
              </a:rPr>
              <a:t> P79 ~ P161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9C2406C-20FA-AC09-C4E1-BB438A231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2AF842-73EE-87D2-9B57-69AB1E073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117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3781D-168F-E114-661D-05EF9CC9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954FA1D-A1A3-45D3-E693-54C06034C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程式碼下載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F28E87-92DC-0662-101C-FA382FFD8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3B2223BB-D7CA-AB51-4C15-3E43C638326B}"/>
              </a:ext>
            </a:extLst>
          </p:cNvPr>
          <p:cNvSpPr txBox="1">
            <a:spLocks/>
          </p:cNvSpPr>
          <p:nvPr/>
        </p:nvSpPr>
        <p:spPr>
          <a:xfrm>
            <a:off x="1257301" y="84201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r>
              <a:rPr lang="zh-TW" altLang="en-US" dirty="0"/>
              <a:t>完整內容已上傳 </a:t>
            </a:r>
            <a:r>
              <a:rPr lang="en-US" altLang="zh-TW" dirty="0" err="1"/>
              <a:t>Github</a:t>
            </a:r>
            <a:r>
              <a:rPr lang="zh-TW" altLang="en-US" dirty="0"/>
              <a:t>，包含完整程式碼、模型 </a:t>
            </a:r>
            <a:r>
              <a:rPr lang="en-US" altLang="zh-TW" dirty="0"/>
              <a:t>package</a:t>
            </a:r>
            <a:r>
              <a:rPr lang="zh-TW" altLang="en-US" dirty="0"/>
              <a:t>、新增的程式請先下載：</a:t>
            </a:r>
            <a:endParaRPr lang="en-US" altLang="zh-TW" dirty="0"/>
          </a:p>
          <a:p>
            <a:pPr algn="l"/>
            <a:r>
              <a:rPr lang="en-US" altLang="zh-TW" dirty="0">
                <a:hlinkClick r:id="rId2"/>
              </a:rPr>
              <a:t>(https://github.com/ASAS0326/holtek_Super_Smart_Racket)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F3FBF23-2B26-BEB3-2315-DB7A71724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209" y="1714500"/>
            <a:ext cx="7999581" cy="64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810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45B4BD-35D7-5477-9891-5F2F2E7BF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18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172B97D-3ED0-FE29-E581-A42FF3BF0CC9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662B64FB-3AFC-CF3F-FAC8-63EB2352B43A}"/>
              </a:ext>
            </a:extLst>
          </p:cNvPr>
          <p:cNvSpPr txBox="1"/>
          <p:nvPr/>
        </p:nvSpPr>
        <p:spPr>
          <a:xfrm>
            <a:off x="2690998" y="3779696"/>
            <a:ext cx="12906003" cy="2727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 Collection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972198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75A7B-8E71-8BEF-254A-983C7A02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82F16F7D-6047-9606-6FC0-D707D568C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592905"/>
            <a:ext cx="6515100" cy="650318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44724D8-D54F-B2D0-C5C4-DAD23DB33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F84695-46AA-7D0B-0472-7B23E963048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 </a:t>
            </a:r>
            <a:r>
              <a:rPr lang="zh-TW" altLang="en-US" dirty="0"/>
              <a:t>檔案右鍵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74C8F0C0-7016-26E8-0B45-608C8F19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zh-TW" altLang="en-US" dirty="0"/>
              <a:t>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49C0FC0-69D0-CCAC-23D7-C4CB76A51F62}"/>
              </a:ext>
            </a:extLst>
          </p:cNvPr>
          <p:cNvSpPr/>
          <p:nvPr/>
        </p:nvSpPr>
        <p:spPr>
          <a:xfrm>
            <a:off x="8305800" y="5490368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80E236B6-95F9-A3D6-60ED-119C734E4068}"/>
              </a:ext>
            </a:extLst>
          </p:cNvPr>
          <p:cNvSpPr/>
          <p:nvPr/>
        </p:nvSpPr>
        <p:spPr>
          <a:xfrm>
            <a:off x="12599893" y="5143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8405BDD-782B-E5C9-A15E-C74DAE7403FC}"/>
              </a:ext>
            </a:extLst>
          </p:cNvPr>
          <p:cNvCxnSpPr>
            <a:cxnSpLocks/>
          </p:cNvCxnSpPr>
          <p:nvPr/>
        </p:nvCxnSpPr>
        <p:spPr>
          <a:xfrm flipH="1">
            <a:off x="11555196" y="5600700"/>
            <a:ext cx="1081091" cy="420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A4BF9125-447D-5936-D1D6-F6A830E317F9}"/>
              </a:ext>
            </a:extLst>
          </p:cNvPr>
          <p:cNvSpPr/>
          <p:nvPr/>
        </p:nvSpPr>
        <p:spPr>
          <a:xfrm>
            <a:off x="4643485" y="472836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2FAC481-6AAB-2D6F-C33B-E53C1A74A545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 flipV="1">
            <a:off x="5557885" y="5165665"/>
            <a:ext cx="1223915" cy="1990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7998975-4031-F74F-210A-9525DC09AFA9}"/>
              </a:ext>
            </a:extLst>
          </p:cNvPr>
          <p:cNvSpPr/>
          <p:nvPr/>
        </p:nvSpPr>
        <p:spPr>
          <a:xfrm>
            <a:off x="6781800" y="505136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9227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BD3C0-DCDF-33CE-D829-099FFF10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84A1ABA5-AD32-BD52-4B5E-D08B42AB0B8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</a:t>
            </a:r>
            <a:r>
              <a:rPr lang="en-US" altLang="zh-TW" dirty="0" err="1"/>
              <a:t>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9E8544D-EE58-74BB-A9F2-37B295C59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</a:t>
            </a:r>
            <a:r>
              <a:rPr lang="en-US" altLang="zh-TW" dirty="0"/>
              <a:t> </a:t>
            </a:r>
            <a:r>
              <a:rPr lang="en-US" altLang="zh-TW" dirty="0" err="1"/>
              <a:t>main.c</a:t>
            </a:r>
            <a:r>
              <a:rPr lang="en-US" altLang="zh-TW" dirty="0"/>
              <a:t> 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BDB362-B5F3-E650-331C-0B15A1205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20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DEAE8EC1-52EE-2519-1E90-1D16CA9F87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604258"/>
              </p:ext>
            </p:extLst>
          </p:nvPr>
        </p:nvGraphicFramePr>
        <p:xfrm>
          <a:off x="7239000" y="3482806"/>
          <a:ext cx="2890837" cy="332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447657" imgH="514350" progId="Package">
                  <p:embed/>
                </p:oleObj>
              </mc:Choice>
              <mc:Fallback>
                <p:oleObj name="封裝程式殼層物件" showAsIcon="1" r:id="rId2" imgW="44765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39000" y="3482806"/>
                        <a:ext cx="2890837" cy="3321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2098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3F0EE-F4D1-CE1B-D8E7-003430D10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450D11C4-580B-5274-50DB-A4392D178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B275EBD-0A76-396C-9A4E-3CEAA5118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A8B46D-6C49-2BCC-1DFC-96E3AABCF20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D6F952-9AED-81D7-0594-D8089A395B03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EDE12E40-663D-C99C-DF3B-46A638489F96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11D375D-1B5E-A07F-FE60-F1037AFA4C55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5222EA64-835E-D426-5573-931B26B1705D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66D5045-3D0E-1DDC-5D69-9E81BC10CCCD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8F477C7-1395-208F-3409-D9C3AE515BB2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ECB03368-B50F-573A-D095-3BE060C6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en-US" altLang="zh-TW" dirty="0"/>
              <a:t> (3/3)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0921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7CB67-015A-400D-1A56-F0AC457E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200A92BF-2D94-198F-B7B8-2E09D07749B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</a:t>
            </a:r>
            <a:r>
              <a:rPr lang="en-US" altLang="zh-TW" dirty="0" err="1"/>
              <a:t>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FE1BD9F-740C-B752-68E6-E2A59B00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</a:t>
            </a:r>
            <a:r>
              <a:rPr lang="en-US" altLang="zh-TW" dirty="0"/>
              <a:t> i2c.c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4E604B-A74D-E99B-CEAF-173CE32C9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22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A3838C55-9FC1-F88D-8184-AA886B2B10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648682"/>
              </p:ext>
            </p:extLst>
          </p:nvPr>
        </p:nvGraphicFramePr>
        <p:xfrm>
          <a:off x="7391400" y="2906077"/>
          <a:ext cx="3314700" cy="4474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91400" y="2906077"/>
                        <a:ext cx="3314700" cy="4474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3308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74AED-F278-6A2B-E9BC-F91CACEA7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B41F8B73-04E9-2FF6-BF03-C15397CA0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CDD7E8-7DB4-DA3A-A40A-6B6F209BA8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8726A5-19FC-D4BC-3F95-50D44CD5A9F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i2c.c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D4B66B-49EE-9B71-D863-E29E8AC70F2B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16B0249-1101-4785-4C2D-235983BA08B4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D308FEE-F235-47F0-5F6A-7EA40491703F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C88BDAAA-8A12-555E-9EDE-B20C35B3F742}"/>
              </a:ext>
            </a:extLst>
          </p:cNvPr>
          <p:cNvSpPr/>
          <p:nvPr/>
        </p:nvSpPr>
        <p:spPr>
          <a:xfrm>
            <a:off x="5764307" y="4838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ADDB1219-8F4F-A463-59D4-B3D9917DDB84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 flipV="1">
            <a:off x="6678707" y="5257800"/>
            <a:ext cx="635099" cy="381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E8A7AD4-4F75-DFC2-D19E-2A95509D180C}"/>
              </a:ext>
            </a:extLst>
          </p:cNvPr>
          <p:cNvSpPr/>
          <p:nvPr/>
        </p:nvSpPr>
        <p:spPr>
          <a:xfrm>
            <a:off x="7313806" y="5143500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BEA5B811-909E-C839-9042-AA30DE05B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i2c.c (2/2)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8435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EB4E3-81E6-6AA3-0FDE-EBAE01A74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F3FE438-A5F2-A796-A5F9-7C5B7C2018C3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</a:t>
            </a:r>
            <a:r>
              <a:rPr lang="en-US" altLang="zh-TW" dirty="0" err="1"/>
              <a:t>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562978B-F342-8501-2612-76D7A2307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D56A4C-F0AD-ACF2-6A80-5D28BF2D28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24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72672F1-BCD8-9EB6-E426-849CB0A0A5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94020"/>
              </p:ext>
            </p:extLst>
          </p:nvPr>
        </p:nvGraphicFramePr>
        <p:xfrm>
          <a:off x="6893718" y="3643312"/>
          <a:ext cx="4500563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71427" imgH="514350" progId="Package">
                  <p:embed/>
                </p:oleObj>
              </mc:Choice>
              <mc:Fallback>
                <p:oleObj name="封裝程式殼層物件" showAsIcon="1" r:id="rId2" imgW="77142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93718" y="3643312"/>
                        <a:ext cx="4500563" cy="300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506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485CB-FE42-9954-E66C-BDC43772E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59578238-58E5-A05E-BF97-88021EEF7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8DA5375-FE14-E1CE-2F09-00911B2CB6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EDD8B5-8977-DB70-A852-5C3E3B40E2B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0BB989-4C66-2943-B0D0-1062F73032A8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92C2B150-2FAF-E0CE-305D-1CA0F884EEC0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086B0384-15D8-F400-FA96-ABE88CB56C72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C20BC0D0-7662-D4B0-34D4-B241A0866D08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0072369-4901-0ECC-4D8A-004241396F03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43DC1A18-C117-8E1F-028E-EFD3FBFD7CB6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69E1149F-8D4F-80B3-A4C7-53432385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LSM6DS3.c (2/2)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5110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4FE1B-3708-B79A-14C0-D1B11B16F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53D6878C-F8E5-4AAA-88A2-07A2ED005D8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</a:t>
            </a:r>
            <a:r>
              <a:rPr lang="en-US" altLang="zh-TW" dirty="0" err="1"/>
              <a:t>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BB0F449-822C-771F-54D4-6F5DF4EF8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305A95-5959-D3B5-6884-4C2C85941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26</a:t>
            </a:fld>
            <a:endParaRPr kumimoji="1" lang="zh-TW" altLang="en-US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C2F30331-81A2-F9F8-7E44-E18F03C2F4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816052"/>
              </p:ext>
            </p:extLst>
          </p:nvPr>
        </p:nvGraphicFramePr>
        <p:xfrm>
          <a:off x="7213071" y="3820912"/>
          <a:ext cx="3861858" cy="254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81144" imgH="514350" progId="Package">
                  <p:embed/>
                </p:oleObj>
              </mc:Choice>
              <mc:Fallback>
                <p:oleObj name="封裝程式殼層物件" showAsIcon="1" r:id="rId2" imgW="7811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13071" y="3820912"/>
                        <a:ext cx="3861858" cy="2543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075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4D84B-E5CA-669D-BDBD-06B114A64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E0ECB43A-8FD5-EDDF-2675-D13789031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19519"/>
            <a:ext cx="4929514" cy="547166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AC3AB0-E31B-1BA8-51BA-9B4FCA96DB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CC6C0C-25AA-A1F9-6EBF-8FFFB225BAF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 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peripheral_example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\i2c\ht32f675x5_r2\project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501852D-7192-EAED-9971-BA2FC48E3C83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EB4C5381-0D12-4AC1-6AE3-A19D23E97FF9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9518DB3-F900-F11D-59AB-80367FF3A04B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90F8D58A-946D-200C-2246-92DEA82313D6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AD14E1A1-F4BA-08FF-6FE3-9927A97B14F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02C4291-52E6-38E2-1130-17D11E94B11F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CE49C71D-17B0-0A03-4785-1B20DA678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LSM6DS3.h (2/2)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0895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F89D4-56EE-6C52-A59E-A5B02165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E53D6FEF-A53F-A042-F2C8-DA9E162BA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291" y="2549202"/>
            <a:ext cx="7595109" cy="579469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9859EDF-87F4-B172-D9C4-7DF72B646D6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17342" y="2095500"/>
            <a:ext cx="9182100" cy="6527800"/>
          </a:xfrm>
        </p:spPr>
        <p:txBody>
          <a:bodyPr>
            <a:normAutofit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點擊上方工具列的</a:t>
            </a:r>
            <a:endParaRPr lang="en-US" altLang="zh-TW" sz="5400" dirty="0"/>
          </a:p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     </a:t>
            </a:r>
            <a:r>
              <a:rPr lang="en-US" altLang="zh-TW" sz="5400" dirty="0"/>
              <a:t>【Options for Target】→CC</a:t>
            </a:r>
            <a:r>
              <a:rPr lang="zh-TW" altLang="en-US" sz="5400" dirty="0"/>
              <a:t> 在 </a:t>
            </a:r>
            <a:r>
              <a:rPr lang="en-US" altLang="zh-TW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Include Paths 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裡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貼上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路徑如下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：</a:t>
            </a:r>
            <a:endParaRPr lang="en-US" altLang="zh-TW" sz="5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lvl="1" algn="just">
              <a:spcBef>
                <a:spcPct val="0"/>
              </a:spcBef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..\..\cp</a:t>
            </a: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5B2C3A-2618-DE11-5E7B-7C117E37F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28</a:t>
            </a:fld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D409249-09E7-8597-1E4C-27F793CFD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A48E6E-B60C-4F21-091F-FDE22E3BE9A3}"/>
              </a:ext>
            </a:extLst>
          </p:cNvPr>
          <p:cNvSpPr/>
          <p:nvPr/>
        </p:nvSpPr>
        <p:spPr>
          <a:xfrm>
            <a:off x="11582400" y="6126480"/>
            <a:ext cx="5905500" cy="381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3FFA421-A0DB-40A6-39E9-73BBF0958D9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24000" y="2851128"/>
            <a:ext cx="685800" cy="7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97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D17D3-3126-87DC-B697-7F6FA183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A112B8EC-DEC2-D5C9-1FAA-A6A16AF42DB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16069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FF0000"/>
                </a:solidFill>
              </a:rPr>
              <a:t>還沒結束。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32D2AED4-CE47-CEEB-3653-9CAACA00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197705-E194-4395-9E31-183FC103D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29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CD7AFE11-3DEB-CF89-EB90-589B363A86B0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C40E228-7BFB-0568-C897-0D186FBC1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8078335"/>
            <a:ext cx="762000" cy="74275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39B33A2-6595-B3A6-CF2D-218D85428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569" y="2894709"/>
            <a:ext cx="11088862" cy="449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01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0475F-926C-A4EB-8EBB-A5A3681C5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C8E49E4-BC30-902C-9F4A-F9F1A454A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9A59320-5419-A2AF-FED2-EB5AE5E0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D73144-D294-F1FF-FA1B-A74D37CEEC6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複製所有內容</a:t>
            </a:r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73FB446A-C70D-ABA8-8C85-E2F6581C92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254493"/>
              </p:ext>
            </p:extLst>
          </p:nvPr>
        </p:nvGraphicFramePr>
        <p:xfrm>
          <a:off x="6632361" y="3233239"/>
          <a:ext cx="5023277" cy="3820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676344" imgH="514350" progId="Package">
                  <p:embed/>
                </p:oleObj>
              </mc:Choice>
              <mc:Fallback>
                <p:oleObj name="封裝程式殼層物件" showAsIcon="1" r:id="rId2" imgW="6763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32361" y="3233239"/>
                        <a:ext cx="5023277" cy="38205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2782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52BD9-3E6B-07A6-B468-BFBA3AF51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F536859-9AAB-ACAF-5FA0-8633D5617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E24CDF0-5E73-5DF8-960E-55E3D77F1A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7A72E9-25B8-1445-5AA3-2F88F1D48AD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直接貼上 </a:t>
            </a:r>
            <a:r>
              <a:rPr lang="en-US" altLang="zh-TW" dirty="0" err="1"/>
              <a:t>app_cfg.h</a:t>
            </a:r>
            <a:r>
              <a:rPr lang="en-US" altLang="zh-TW" dirty="0"/>
              <a:t> </a:t>
            </a:r>
            <a:r>
              <a:rPr lang="zh-TW" altLang="en-US" dirty="0"/>
              <a:t>中的所有內容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5C2EADF-2350-9EBF-1D79-7A667DE74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280" y="2632868"/>
            <a:ext cx="6633440" cy="502126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1EB9222-2421-6005-7F66-C85580D9B49E}"/>
              </a:ext>
            </a:extLst>
          </p:cNvPr>
          <p:cNvSpPr/>
          <p:nvPr/>
        </p:nvSpPr>
        <p:spPr>
          <a:xfrm>
            <a:off x="7315200" y="4381500"/>
            <a:ext cx="16002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FC0524D8-AFDF-B655-C876-467EA0ED9C72}"/>
              </a:ext>
            </a:extLst>
          </p:cNvPr>
          <p:cNvSpPr/>
          <p:nvPr/>
        </p:nvSpPr>
        <p:spPr>
          <a:xfrm>
            <a:off x="12877800" y="40397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664E9149-8E7D-8555-C858-5B716269C9B1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8915400" y="4496990"/>
            <a:ext cx="3962400" cy="369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圖: 接點 10">
            <a:extLst>
              <a:ext uri="{FF2B5EF4-FFF2-40B4-BE49-F238E27FC236}">
                <a16:creationId xmlns:a16="http://schemas.microsoft.com/office/drawing/2014/main" id="{DB21003B-6447-5D49-C16F-F3BED2A61B7B}"/>
              </a:ext>
            </a:extLst>
          </p:cNvPr>
          <p:cNvSpPr/>
          <p:nvPr/>
        </p:nvSpPr>
        <p:spPr>
          <a:xfrm>
            <a:off x="4495800" y="37349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5A6AC0A-4A43-F25A-C2F4-D5CA3C5AFFB0}"/>
              </a:ext>
            </a:extLst>
          </p:cNvPr>
          <p:cNvCxnSpPr>
            <a:cxnSpLocks/>
            <a:stCxn id="11" idx="6"/>
            <a:endCxn id="13" idx="1"/>
          </p:cNvCxnSpPr>
          <p:nvPr/>
        </p:nvCxnSpPr>
        <p:spPr>
          <a:xfrm>
            <a:off x="5410200" y="4192190"/>
            <a:ext cx="129539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7358A399-BECC-07F2-B054-D3BA6D98EE1C}"/>
              </a:ext>
            </a:extLst>
          </p:cNvPr>
          <p:cNvSpPr/>
          <p:nvPr/>
        </p:nvSpPr>
        <p:spPr>
          <a:xfrm>
            <a:off x="6705599" y="4077890"/>
            <a:ext cx="228601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30866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1FB4A-4BFD-2A61-49AD-D8A882A95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FE5A4F60-CC52-28D4-B068-3C0AF8CA117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algn="just"/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FBB0F39C-97E8-E0AD-5BF0-C1792EFCA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833069-E31C-E99D-DBCD-17D264565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32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C2A0249C-2F8F-9933-9CBE-E849A784A719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85CF81D-A1CD-6A00-5A1B-5DE191159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FCCF3EF-199D-72A0-B323-D5D744F74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137" y="3283984"/>
            <a:ext cx="11429725" cy="463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194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A0265-5329-8014-E3D2-DA794939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5DA5E35-EF63-5ED5-92B7-8005A579E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(1/)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EEE3A9-E551-68D9-FC85-CAAD2A758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33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13FD349C-4E86-AA07-B434-3FAB21530C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085323"/>
              </p:ext>
            </p:extLst>
          </p:nvPr>
        </p:nvGraphicFramePr>
        <p:xfrm>
          <a:off x="5247188" y="3883453"/>
          <a:ext cx="7793623" cy="2520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590744" imgH="514350" progId="Package">
                  <p:embed/>
                </p:oleObj>
              </mc:Choice>
              <mc:Fallback>
                <p:oleObj name="封裝程式殼層物件" showAsIcon="1" r:id="rId2" imgW="15907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47188" y="3883453"/>
                        <a:ext cx="7793623" cy="25200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856A58F-B428-9F39-D764-DF9D2235727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請用左鍵點兩下上方圖示，並存在下載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55118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D633F-DEDC-9138-11E2-F2FB1E4A7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7876F86-DDA5-5057-313F-033AE2E71683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在下載點擊右鍵，在終端機開啟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276C9B9-1BE6-C006-7732-47589E7C7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(2/)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7F4D42-9F1D-8EE7-C7F6-CDC8AF3EB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34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AAC4365-623E-712D-FD1A-668003135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380" y="2302282"/>
            <a:ext cx="8063240" cy="511925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609D4DD-410F-F6EA-094D-4C7368E6F3AD}"/>
              </a:ext>
            </a:extLst>
          </p:cNvPr>
          <p:cNvSpPr/>
          <p:nvPr/>
        </p:nvSpPr>
        <p:spPr>
          <a:xfrm>
            <a:off x="7239000" y="6162622"/>
            <a:ext cx="2971800" cy="4381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1170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AB49A-1DDF-BA37-A47C-7A005E3A8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CC64D6F3-DFD6-1205-0E5F-949354D5806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在終端機中輸入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python collect_training_data.py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5D7CF28-CFB9-FEC2-3CB3-F71933C2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(3/)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A257F1-CB71-782A-7816-EE5201E96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35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479CB9-4260-BCE1-A0E9-468FB953D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2027237"/>
            <a:ext cx="11069595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1077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810E5-C73D-8801-1516-4335DF2B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322EB1EE-5DD2-E9AD-A03D-4EE9A161168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輸入要記錄的姿態為何，這邊以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FS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為例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2F25C86-83E1-CA78-ED02-25D562130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(4/)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163E8E-D2CF-3BDE-8826-0F6A93169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36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7192FF5-2376-8066-FCB9-A594231A5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518550"/>
            <a:ext cx="4993706" cy="44958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161D2E8-4E4C-3AFB-64AE-A469B45D7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598" y="3588530"/>
            <a:ext cx="11069595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831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18B0-AEB3-9E60-D3CE-BAD415DAF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624AD1C8-9A95-1432-DBAD-E827E7263A4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COM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埠編號因電腦而異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,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請依畫面顯示自行確認後輸入。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A2AAB38-3AEF-846A-94EE-379066CFF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(5/)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F2D9A4-DC27-92CE-B5FD-E16E6EC3F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37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FD1B0EE-FEA9-B656-DD97-D4E6A05AD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857500"/>
            <a:ext cx="12777757" cy="400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2476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B2124-4D06-C90C-633B-5B04C337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BD8FB63B-8F6D-7D98-7431-54C99286762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按下鍵盤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S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開始揮拍一秒，程式會自行收集六軸數值 生成紀錄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.csv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檔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會生成資料夾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recordings \ </a:t>
            </a:r>
            <a:r>
              <a:rPr lang="zh-TW" altLang="en-US" dirty="0">
                <a:solidFill>
                  <a:srgbClr val="FF0000"/>
                </a:solidFill>
                <a:cs typeface="Noto Sans T Chinese"/>
                <a:sym typeface="Noto Sans T Chinese"/>
              </a:rPr>
              <a:t>日期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\ </a:t>
            </a:r>
            <a:r>
              <a:rPr lang="zh-TW" altLang="en-US" dirty="0">
                <a:solidFill>
                  <a:srgbClr val="FF0000"/>
                </a:solidFill>
                <a:cs typeface="Noto Sans T Chinese"/>
                <a:sym typeface="Noto Sans T Chinese"/>
              </a:rPr>
              <a:t>姿態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\</a:t>
            </a:r>
            <a:r>
              <a:rPr lang="zh-TW" altLang="en-US" dirty="0">
                <a:solidFill>
                  <a:srgbClr val="FF0000"/>
                </a:solidFill>
                <a:cs typeface="Noto Sans T Chinese"/>
                <a:sym typeface="Noto Sans T Chinese"/>
              </a:rPr>
              <a:t> 姿態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csv </a:t>
            </a:r>
            <a:r>
              <a:rPr lang="zh-TW" altLang="en-US" dirty="0">
                <a:solidFill>
                  <a:srgbClr val="FF0000"/>
                </a:solidFill>
                <a:cs typeface="Noto Sans T Chinese"/>
                <a:sym typeface="Noto Sans T Chinese"/>
              </a:rPr>
              <a:t>檔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9EED6DB-6932-BABE-C4B7-5F19A87E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(6/)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82A5A0-8B41-F467-F3E6-8B70FD2CE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38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49B1FE8-26CD-49C3-CF4E-A82867514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94" y="3495594"/>
            <a:ext cx="16749212" cy="329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78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87C4C-73D5-56E6-584F-CEA9BE05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A103245-A8CD-F4C9-EB84-E14CC7830C1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按下鍵盤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L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可以更換姿態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6717BFC-7270-8840-EDED-A28408B5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(7/)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CAC8D5-9CE9-F172-B7BD-372979ED2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39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8A10180-FAC6-D446-7521-EAAD4058D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309740"/>
            <a:ext cx="14707862" cy="30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885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6A0A1-814B-53C2-2BBC-7F6E94814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47B351FC-BD80-046C-E0F7-2175DCF00E80}"/>
              </a:ext>
            </a:extLst>
          </p:cNvPr>
          <p:cNvSpPr txBox="1">
            <a:spLocks/>
          </p:cNvSpPr>
          <p:nvPr/>
        </p:nvSpPr>
        <p:spPr>
          <a:xfrm>
            <a:off x="0" y="7431417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按下鍵盤 </a:t>
            </a:r>
            <a:r>
              <a:rPr lang="en-US" altLang="zh-TW" dirty="0">
                <a:solidFill>
                  <a:srgbClr val="FF0000"/>
                </a:solidFill>
                <a:cs typeface="Noto Sans T Chinese"/>
                <a:sym typeface="Noto Sans T Chinese"/>
              </a:rPr>
              <a:t>Q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可儲存並離開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BC44DED-297F-3E66-889E-89C6091F3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收集姿勢數據 </a:t>
            </a:r>
            <a:r>
              <a:rPr lang="en-US" altLang="zh-TW" dirty="0"/>
              <a:t>(8/)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ED50B2-ACD2-4087-2F4B-472B9ABE9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40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89E57CD-E763-D38B-38CC-5FAD7DFAD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3775223"/>
            <a:ext cx="15468600" cy="273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63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EA7140-2CBC-8FB3-59EB-8CA326BB8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41</a:t>
            </a:fld>
            <a:endParaRPr kumimoji="1" lang="zh-TW" alt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1097E59C-E56A-452B-8B01-774F8843BE47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E6B0EED2-DA11-782F-402A-73C509B348F8}"/>
              </a:ext>
            </a:extLst>
          </p:cNvPr>
          <p:cNvSpPr txBox="1"/>
          <p:nvPr/>
        </p:nvSpPr>
        <p:spPr>
          <a:xfrm>
            <a:off x="2757219" y="3774310"/>
            <a:ext cx="12906003" cy="2738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Edge Impulse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T Chinese Bold"/>
                <a:sym typeface="Noto Sans T Chinese Bold"/>
              </a:rPr>
              <a:t>匯入資料與訓練模型</a:t>
            </a:r>
            <a:endParaRPr lang="en-US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41920031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314FF31-DC42-92C8-B824-0DB258D61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94FD32-9117-B592-A6AE-B541ADA90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42</a:t>
            </a:fld>
            <a:endParaRPr kumimoji="1" lang="zh-TW" altLang="en-US"/>
          </a:p>
        </p:txBody>
      </p:sp>
      <p:pic>
        <p:nvPicPr>
          <p:cNvPr id="11" name="圖片 10" descr="一張含有 文字, 字型, 軟體, 螢幕擷取畫面 的圖片&#10;&#10;AI 產生的內容可能不正確。">
            <a:extLst>
              <a:ext uri="{FF2B5EF4-FFF2-40B4-BE49-F238E27FC236}">
                <a16:creationId xmlns:a16="http://schemas.microsoft.com/office/drawing/2014/main" id="{A21BB741-110C-4C6F-107B-F97E37A107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3364118"/>
            <a:ext cx="15773398" cy="3558764"/>
          </a:xfrm>
          <a:prstGeom prst="rect">
            <a:avLst/>
          </a:prstGeom>
        </p:spPr>
      </p:pic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80C17308-7B5A-6E73-B956-22E7FE55B4AF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/>
            <a:r>
              <a:rPr lang="zh-TW" altLang="en-US" dirty="0"/>
              <a:t>先在</a:t>
            </a:r>
            <a:r>
              <a:rPr lang="en-US" altLang="zh-TW" dirty="0"/>
              <a:t>Edge Impulse </a:t>
            </a:r>
            <a:r>
              <a:rPr lang="zh-TW" altLang="en-US" dirty="0"/>
              <a:t>新增一個專案。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9F0C3EB7-8E5E-8677-C264-F5A61ADA9E42}"/>
              </a:ext>
            </a:extLst>
          </p:cNvPr>
          <p:cNvCxnSpPr>
            <a:cxnSpLocks/>
          </p:cNvCxnSpPr>
          <p:nvPr/>
        </p:nvCxnSpPr>
        <p:spPr>
          <a:xfrm flipV="1">
            <a:off x="15900400" y="4203700"/>
            <a:ext cx="0" cy="10922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4512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78C37-49B0-A3DF-0642-6BDD84D3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E712204-0EBA-CAFF-7991-4177D8C0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(2/15)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3A700F-8B11-9212-F2E6-5ED8D4426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43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DF2711D-ADC3-F37A-F1AF-541AFAA8DC41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點擊側邊欄的 </a:t>
            </a:r>
            <a:r>
              <a:rPr lang="en-US" altLang="zh-TW" dirty="0"/>
              <a:t>Data acquisition</a:t>
            </a:r>
            <a:r>
              <a:rPr lang="zh-TW" altLang="en-US" dirty="0"/>
              <a:t>。</a:t>
            </a: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9AE0427F-B9A0-3F83-8FD9-451FCDDD5BC0}"/>
              </a:ext>
            </a:extLst>
          </p:cNvPr>
          <p:cNvGrpSpPr/>
          <p:nvPr/>
        </p:nvGrpSpPr>
        <p:grpSpPr>
          <a:xfrm>
            <a:off x="2020331" y="2011090"/>
            <a:ext cx="14247337" cy="6264819"/>
            <a:chOff x="1068864" y="2011090"/>
            <a:chExt cx="14247337" cy="6264819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7F3869A4-35F2-3590-26AF-DC1C3FA5B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3495"/>
            <a:stretch>
              <a:fillRect/>
            </a:stretch>
          </p:blipFill>
          <p:spPr>
            <a:xfrm>
              <a:off x="1068865" y="2011090"/>
              <a:ext cx="14247336" cy="6264819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86A379E-4E6E-86D0-D493-FCF2EA32A32F}"/>
                </a:ext>
              </a:extLst>
            </p:cNvPr>
            <p:cNvSpPr/>
            <p:nvPr/>
          </p:nvSpPr>
          <p:spPr>
            <a:xfrm>
              <a:off x="1068864" y="3672003"/>
              <a:ext cx="1631529" cy="32822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194B938-1878-AA73-755F-1F788BD76F2E}"/>
                </a:ext>
              </a:extLst>
            </p:cNvPr>
            <p:cNvSpPr/>
            <p:nvPr/>
          </p:nvSpPr>
          <p:spPr>
            <a:xfrm>
              <a:off x="4995549" y="3672001"/>
              <a:ext cx="3280579" cy="1686895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8" name="手繪多邊形: 圖案 27">
              <a:extLst>
                <a:ext uri="{FF2B5EF4-FFF2-40B4-BE49-F238E27FC236}">
                  <a16:creationId xmlns:a16="http://schemas.microsoft.com/office/drawing/2014/main" id="{0F110BEA-213F-577A-7E87-72C5301213D4}"/>
                </a:ext>
              </a:extLst>
            </p:cNvPr>
            <p:cNvSpPr/>
            <p:nvPr/>
          </p:nvSpPr>
          <p:spPr>
            <a:xfrm>
              <a:off x="2701344" y="3688150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907CB014-DD0D-2FE0-EAA6-5617F7D82535}"/>
                </a:ext>
              </a:extLst>
            </p:cNvPr>
            <p:cNvCxnSpPr>
              <a:cxnSpLocks/>
            </p:cNvCxnSpPr>
            <p:nvPr/>
          </p:nvCxnSpPr>
          <p:spPr>
            <a:xfrm>
              <a:off x="2700393" y="3672003"/>
              <a:ext cx="2252607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5D2C1E42-03A0-ABC2-DB41-0B5AAF5BAA9F}"/>
                </a:ext>
              </a:extLst>
            </p:cNvPr>
            <p:cNvCxnSpPr>
              <a:cxnSpLocks/>
            </p:cNvCxnSpPr>
            <p:nvPr/>
          </p:nvCxnSpPr>
          <p:spPr>
            <a:xfrm>
              <a:off x="2686050" y="3959225"/>
              <a:ext cx="2293624" cy="139967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90AF63A-6BA9-1B32-5514-0DEC154B6C25}"/>
                </a:ext>
              </a:extLst>
            </p:cNvPr>
            <p:cNvSpPr/>
            <p:nvPr/>
          </p:nvSpPr>
          <p:spPr>
            <a:xfrm>
              <a:off x="5219700" y="4305299"/>
              <a:ext cx="2286000" cy="4572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47" name="直線單箭頭接點 46">
              <a:extLst>
                <a:ext uri="{FF2B5EF4-FFF2-40B4-BE49-F238E27FC236}">
                  <a16:creationId xmlns:a16="http://schemas.microsoft.com/office/drawing/2014/main" id="{3F088272-6F49-DC6B-59AF-C42BD7E01B13}"/>
                </a:ext>
              </a:extLst>
            </p:cNvPr>
            <p:cNvCxnSpPr>
              <a:cxnSpLocks/>
              <a:endCxn id="46" idx="3"/>
            </p:cNvCxnSpPr>
            <p:nvPr/>
          </p:nvCxnSpPr>
          <p:spPr>
            <a:xfrm flipH="1">
              <a:off x="7505700" y="4533900"/>
              <a:ext cx="1199112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09984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BC75-464B-132D-F9C8-FA89A63B2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CD89192-8876-79C9-E08D-63E82131D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(3/15)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FDD250-4BB6-628D-F926-E4A101B20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44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117D99C-4F95-7E7D-B44C-88AAC90570A0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先設定 </a:t>
            </a:r>
            <a:r>
              <a:rPr lang="en-US" altLang="zh-TW" dirty="0"/>
              <a:t>CSV</a:t>
            </a:r>
            <a:r>
              <a:rPr lang="zh-TW" altLang="en-US" dirty="0"/>
              <a:t> 輸入格式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B18FCB1-DF87-8803-8C2F-BCF71F13B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019329"/>
            <a:ext cx="9520822" cy="640137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12F1A6A-C53C-5B56-2B22-282785C10A08}"/>
              </a:ext>
            </a:extLst>
          </p:cNvPr>
          <p:cNvSpPr/>
          <p:nvPr/>
        </p:nvSpPr>
        <p:spPr>
          <a:xfrm>
            <a:off x="10820400" y="2628900"/>
            <a:ext cx="11430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1921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1D132-451B-8B8B-3A2B-328984E56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155DF63-01EC-C46D-F3E3-7A7511091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47" y="2475402"/>
            <a:ext cx="8558705" cy="533619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3809B0B6-F705-4B1C-4D99-DF0E0C90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(4/15)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F220FF-5162-F113-833F-1E227809A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45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64A162E7-8181-7B48-FE8A-E58B3C6BFC46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選擇剛剛所訓練的 </a:t>
            </a:r>
            <a:r>
              <a:rPr lang="en-US" altLang="zh-TW" dirty="0"/>
              <a:t>csv </a:t>
            </a:r>
            <a:r>
              <a:rPr lang="zh-TW" altLang="en-US" dirty="0"/>
              <a:t>檔案</a:t>
            </a:r>
            <a:endParaRPr lang="en-US" altLang="zh-TW" dirty="0"/>
          </a:p>
          <a:p>
            <a:r>
              <a:rPr lang="en-US" altLang="zh-TW" dirty="0"/>
              <a:t>csv </a:t>
            </a:r>
            <a:r>
              <a:rPr lang="zh-TW" altLang="en-US" dirty="0"/>
              <a:t>會在 </a:t>
            </a:r>
            <a:r>
              <a:rPr lang="en-US" altLang="zh-TW" dirty="0"/>
              <a:t>python</a:t>
            </a:r>
            <a:r>
              <a:rPr lang="zh-TW" altLang="en-US" dirty="0"/>
              <a:t> 程式所在的下方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5A6D09-B663-872B-6E8E-5082CB9CEF1F}"/>
              </a:ext>
            </a:extLst>
          </p:cNvPr>
          <p:cNvSpPr/>
          <p:nvPr/>
        </p:nvSpPr>
        <p:spPr>
          <a:xfrm>
            <a:off x="5410200" y="5753100"/>
            <a:ext cx="11430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A4EAF7-4F68-8688-FE0C-DE3836C1F5EC}"/>
              </a:ext>
            </a:extLst>
          </p:cNvPr>
          <p:cNvSpPr/>
          <p:nvPr/>
        </p:nvSpPr>
        <p:spPr>
          <a:xfrm>
            <a:off x="11201400" y="6667500"/>
            <a:ext cx="1905000" cy="762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7769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C2D62-AD5C-FCA6-C0EC-9B87339CF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1549ACB-A215-D3F6-F59D-A0F9F350B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469" y="2066102"/>
            <a:ext cx="10431331" cy="5896798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795B109F-D134-3070-75DF-A90CEE666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(5/15)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917C09-5A51-A3E2-14CF-6FAADF904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46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06FE66D7-5EAF-9EBB-E5A9-2799E780BAB5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設定完成後下一步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7079E6-002D-6772-9AC7-CC086B9D504E}"/>
              </a:ext>
            </a:extLst>
          </p:cNvPr>
          <p:cNvSpPr/>
          <p:nvPr/>
        </p:nvSpPr>
        <p:spPr>
          <a:xfrm>
            <a:off x="12125144" y="2027236"/>
            <a:ext cx="1895655" cy="128746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C90D33-A6F9-FE97-C4A4-4B74A108568D}"/>
              </a:ext>
            </a:extLst>
          </p:cNvPr>
          <p:cNvSpPr/>
          <p:nvPr/>
        </p:nvSpPr>
        <p:spPr>
          <a:xfrm>
            <a:off x="12039600" y="7277100"/>
            <a:ext cx="1905000" cy="762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77048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6FF16-9110-C76D-7A71-2835FF0C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064ACDB-9701-BA6F-08C9-5512486D6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089" y="2329180"/>
            <a:ext cx="12097822" cy="5628639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7C5D0AA5-40E3-D264-F534-17114DD1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(6/15)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2AF700-3524-FD62-B6ED-530B4A8F9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47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0505EE6-6E05-D8A4-2980-BDD6E409127A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設定如上圖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0349D7-0C41-E319-E516-EF0E79D9C83B}"/>
              </a:ext>
            </a:extLst>
          </p:cNvPr>
          <p:cNvSpPr/>
          <p:nvPr/>
        </p:nvSpPr>
        <p:spPr>
          <a:xfrm>
            <a:off x="3276600" y="4462781"/>
            <a:ext cx="5715000" cy="15951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535FF6-B4F6-38C6-9010-64839809BBD1}"/>
              </a:ext>
            </a:extLst>
          </p:cNvPr>
          <p:cNvSpPr/>
          <p:nvPr/>
        </p:nvSpPr>
        <p:spPr>
          <a:xfrm>
            <a:off x="3276600" y="3619500"/>
            <a:ext cx="4495800" cy="304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1CB1B277-EB6F-5F62-A279-D49682F7228F}"/>
              </a:ext>
            </a:extLst>
          </p:cNvPr>
          <p:cNvCxnSpPr>
            <a:cxnSpLocks/>
            <a:stCxn id="13" idx="2"/>
            <a:endCxn id="9" idx="3"/>
          </p:cNvCxnSpPr>
          <p:nvPr/>
        </p:nvCxnSpPr>
        <p:spPr>
          <a:xfrm flipH="1">
            <a:off x="7772400" y="3771900"/>
            <a:ext cx="118872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圖: 接點 12">
            <a:extLst>
              <a:ext uri="{FF2B5EF4-FFF2-40B4-BE49-F238E27FC236}">
                <a16:creationId xmlns:a16="http://schemas.microsoft.com/office/drawing/2014/main" id="{A1B09438-DD15-EE72-A249-1A59127FF7C9}"/>
              </a:ext>
            </a:extLst>
          </p:cNvPr>
          <p:cNvSpPr/>
          <p:nvPr/>
        </p:nvSpPr>
        <p:spPr>
          <a:xfrm>
            <a:off x="8961120" y="3314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69164BD6-C2D5-04C8-6AF2-AD8D4E8950B9}"/>
              </a:ext>
            </a:extLst>
          </p:cNvPr>
          <p:cNvSpPr/>
          <p:nvPr/>
        </p:nvSpPr>
        <p:spPr>
          <a:xfrm>
            <a:off x="10515600" y="480456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AC352FF-2E47-5F49-AEA6-A6FD1F59F5DA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8991600" y="5260341"/>
            <a:ext cx="1524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5753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71A04-8A80-7998-92E5-8FD77B59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D75FFF9-86E5-E970-B4E5-1002D8FED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960002"/>
            <a:ext cx="10001795" cy="636699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D1DAC31B-A0AC-0B62-826E-CD4CDD4E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(7/15)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713053-F4BB-0B82-6B02-E8B8568B6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48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4AC0BF7B-328D-1BE2-865F-E8A5F66E5FC4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下拉至下方 第五點輸入預設即可 </a:t>
            </a:r>
            <a:endParaRPr lang="en-US" altLang="zh-TW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A7757C-E6E2-7AB9-F0E9-D6FB07937511}"/>
              </a:ext>
            </a:extLst>
          </p:cNvPr>
          <p:cNvSpPr/>
          <p:nvPr/>
        </p:nvSpPr>
        <p:spPr>
          <a:xfrm>
            <a:off x="4648200" y="3666649"/>
            <a:ext cx="5715000" cy="15951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9EAD04-51BC-9A13-6253-F9354E85F258}"/>
              </a:ext>
            </a:extLst>
          </p:cNvPr>
          <p:cNvSpPr/>
          <p:nvPr/>
        </p:nvSpPr>
        <p:spPr>
          <a:xfrm>
            <a:off x="4648200" y="2362968"/>
            <a:ext cx="46482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9D1399-74C4-DB81-3D66-294ABE1687A3}"/>
              </a:ext>
            </a:extLst>
          </p:cNvPr>
          <p:cNvSpPr/>
          <p:nvPr/>
        </p:nvSpPr>
        <p:spPr>
          <a:xfrm>
            <a:off x="4648200" y="6438900"/>
            <a:ext cx="5562600" cy="6602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3739033-3388-4493-78BD-F7C37E8E4C06}"/>
              </a:ext>
            </a:extLst>
          </p:cNvPr>
          <p:cNvCxnSpPr>
            <a:cxnSpLocks/>
            <a:stCxn id="13" idx="2"/>
            <a:endCxn id="9" idx="3"/>
          </p:cNvCxnSpPr>
          <p:nvPr/>
        </p:nvCxnSpPr>
        <p:spPr>
          <a:xfrm flipH="1">
            <a:off x="9296400" y="2653739"/>
            <a:ext cx="1313543" cy="1402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圖: 接點 12">
            <a:extLst>
              <a:ext uri="{FF2B5EF4-FFF2-40B4-BE49-F238E27FC236}">
                <a16:creationId xmlns:a16="http://schemas.microsoft.com/office/drawing/2014/main" id="{1A3F1F28-D825-6596-9455-9D0D90DA2DC9}"/>
              </a:ext>
            </a:extLst>
          </p:cNvPr>
          <p:cNvSpPr/>
          <p:nvPr/>
        </p:nvSpPr>
        <p:spPr>
          <a:xfrm>
            <a:off x="10609943" y="2196539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9237931-D1CB-F92F-CC3A-DA57FF941149}"/>
              </a:ext>
            </a:extLst>
          </p:cNvPr>
          <p:cNvCxnSpPr>
            <a:cxnSpLocks/>
            <a:stCxn id="15" idx="2"/>
            <a:endCxn id="8" idx="3"/>
          </p:cNvCxnSpPr>
          <p:nvPr/>
        </p:nvCxnSpPr>
        <p:spPr>
          <a:xfrm flipH="1" flipV="1">
            <a:off x="10363200" y="4464209"/>
            <a:ext cx="1161143" cy="1680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流程圖: 接點 14">
            <a:extLst>
              <a:ext uri="{FF2B5EF4-FFF2-40B4-BE49-F238E27FC236}">
                <a16:creationId xmlns:a16="http://schemas.microsoft.com/office/drawing/2014/main" id="{A5579101-9708-5978-1091-D7119615E340}"/>
              </a:ext>
            </a:extLst>
          </p:cNvPr>
          <p:cNvSpPr/>
          <p:nvPr/>
        </p:nvSpPr>
        <p:spPr>
          <a:xfrm>
            <a:off x="11524343" y="402381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CF6B31A-81EB-9BE0-F737-21A1DA4720FA}"/>
              </a:ext>
            </a:extLst>
          </p:cNvPr>
          <p:cNvCxnSpPr>
            <a:cxnSpLocks/>
            <a:stCxn id="17" idx="2"/>
            <a:endCxn id="10" idx="3"/>
          </p:cNvCxnSpPr>
          <p:nvPr/>
        </p:nvCxnSpPr>
        <p:spPr>
          <a:xfrm flipH="1">
            <a:off x="10210800" y="6769041"/>
            <a:ext cx="13716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5EF3FF8F-AD78-D16C-50EC-98D7858885EB}"/>
              </a:ext>
            </a:extLst>
          </p:cNvPr>
          <p:cNvSpPr/>
          <p:nvPr/>
        </p:nvSpPr>
        <p:spPr>
          <a:xfrm>
            <a:off x="11582400" y="631184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6234ED5-AE58-19DD-5667-A4343B8DF1F0}"/>
              </a:ext>
            </a:extLst>
          </p:cNvPr>
          <p:cNvSpPr/>
          <p:nvPr/>
        </p:nvSpPr>
        <p:spPr>
          <a:xfrm>
            <a:off x="10609943" y="7488974"/>
            <a:ext cx="3296557" cy="6602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流程圖: 接點 29">
            <a:extLst>
              <a:ext uri="{FF2B5EF4-FFF2-40B4-BE49-F238E27FC236}">
                <a16:creationId xmlns:a16="http://schemas.microsoft.com/office/drawing/2014/main" id="{F4EDD622-353E-735F-5110-2A0219FAB188}"/>
              </a:ext>
            </a:extLst>
          </p:cNvPr>
          <p:cNvSpPr/>
          <p:nvPr/>
        </p:nvSpPr>
        <p:spPr>
          <a:xfrm>
            <a:off x="15299872" y="7352843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A0115926-0BF6-EB72-F302-3A7C1FD2305B}"/>
              </a:ext>
            </a:extLst>
          </p:cNvPr>
          <p:cNvCxnSpPr>
            <a:cxnSpLocks/>
          </p:cNvCxnSpPr>
          <p:nvPr/>
        </p:nvCxnSpPr>
        <p:spPr>
          <a:xfrm flipH="1">
            <a:off x="13917386" y="7810043"/>
            <a:ext cx="13716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929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73DBE-BEA7-0555-BCC2-50BF65884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F582FEC-13FC-5E95-EBC9-9A514DCB7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389" y="1952179"/>
            <a:ext cx="7859222" cy="638264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A23E5764-BF7F-7BFB-29AA-6F3BCB9DD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(8/15)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DE8F52-3BE8-EE10-B11C-ECE415CCA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49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66C99191-9A99-C2F9-C5E0-D3125A535A8F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第八點 要全部勾選 </a:t>
            </a:r>
            <a:endParaRPr lang="en-US" altLang="zh-TW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DDC544-6375-F15B-0AA0-CF6B948F7651}"/>
              </a:ext>
            </a:extLst>
          </p:cNvPr>
          <p:cNvSpPr/>
          <p:nvPr/>
        </p:nvSpPr>
        <p:spPr>
          <a:xfrm>
            <a:off x="5538173" y="3785290"/>
            <a:ext cx="46482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F66C80-BA46-52BC-1EC8-41ED05CAB283}"/>
              </a:ext>
            </a:extLst>
          </p:cNvPr>
          <p:cNvSpPr/>
          <p:nvPr/>
        </p:nvSpPr>
        <p:spPr>
          <a:xfrm>
            <a:off x="5007429" y="4680916"/>
            <a:ext cx="1752600" cy="183418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EFF3E7DC-B9CA-4117-B026-1278749E182E}"/>
              </a:ext>
            </a:extLst>
          </p:cNvPr>
          <p:cNvCxnSpPr>
            <a:cxnSpLocks/>
            <a:stCxn id="13" idx="2"/>
            <a:endCxn id="9" idx="3"/>
          </p:cNvCxnSpPr>
          <p:nvPr/>
        </p:nvCxnSpPr>
        <p:spPr>
          <a:xfrm flipH="1">
            <a:off x="10186373" y="4090090"/>
            <a:ext cx="77729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流程圖: 接點 12">
            <a:extLst>
              <a:ext uri="{FF2B5EF4-FFF2-40B4-BE49-F238E27FC236}">
                <a16:creationId xmlns:a16="http://schemas.microsoft.com/office/drawing/2014/main" id="{D1AD3578-20B0-C9DA-7759-C14332389404}"/>
              </a:ext>
            </a:extLst>
          </p:cNvPr>
          <p:cNvSpPr/>
          <p:nvPr/>
        </p:nvSpPr>
        <p:spPr>
          <a:xfrm>
            <a:off x="10963663" y="36328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FD8F5DA7-BA9D-F421-6C08-5BA125BA76B7}"/>
              </a:ext>
            </a:extLst>
          </p:cNvPr>
          <p:cNvCxnSpPr>
            <a:cxnSpLocks/>
            <a:stCxn id="17" idx="2"/>
            <a:endCxn id="10" idx="3"/>
          </p:cNvCxnSpPr>
          <p:nvPr/>
        </p:nvCxnSpPr>
        <p:spPr>
          <a:xfrm flipH="1">
            <a:off x="6760029" y="5587999"/>
            <a:ext cx="707571" cy="1000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FE0E1B3-2E25-8647-9647-92E4716AD3EF}"/>
              </a:ext>
            </a:extLst>
          </p:cNvPr>
          <p:cNvSpPr/>
          <p:nvPr/>
        </p:nvSpPr>
        <p:spPr>
          <a:xfrm>
            <a:off x="7467600" y="5130799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0FDE78A-F501-325B-36CC-548DA272ED74}"/>
              </a:ext>
            </a:extLst>
          </p:cNvPr>
          <p:cNvSpPr/>
          <p:nvPr/>
        </p:nvSpPr>
        <p:spPr>
          <a:xfrm>
            <a:off x="10287000" y="7581923"/>
            <a:ext cx="2438401" cy="60957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流程圖: 接點 29">
            <a:extLst>
              <a:ext uri="{FF2B5EF4-FFF2-40B4-BE49-F238E27FC236}">
                <a16:creationId xmlns:a16="http://schemas.microsoft.com/office/drawing/2014/main" id="{57446EA6-952D-8A88-6779-66A8418C2BF0}"/>
              </a:ext>
            </a:extLst>
          </p:cNvPr>
          <p:cNvSpPr/>
          <p:nvPr/>
        </p:nvSpPr>
        <p:spPr>
          <a:xfrm>
            <a:off x="14020800" y="742951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5E68789A-B946-A39F-E7D5-EBB2E1BC8D17}"/>
              </a:ext>
            </a:extLst>
          </p:cNvPr>
          <p:cNvCxnSpPr>
            <a:cxnSpLocks/>
            <a:stCxn id="30" idx="2"/>
            <a:endCxn id="28" idx="3"/>
          </p:cNvCxnSpPr>
          <p:nvPr/>
        </p:nvCxnSpPr>
        <p:spPr>
          <a:xfrm flipH="1">
            <a:off x="12725401" y="7886712"/>
            <a:ext cx="129539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0876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13FDC-6FC9-F87A-9920-CFBD78DB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標題 26">
            <a:extLst>
              <a:ext uri="{FF2B5EF4-FFF2-40B4-BE49-F238E27FC236}">
                <a16:creationId xmlns:a16="http://schemas.microsoft.com/office/drawing/2014/main" id="{9AF7B2DA-7FFB-A2B0-762D-64782EBF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(9/15)</a:t>
            </a:r>
            <a:endParaRPr lang="zh-TW" altLang="en-US" dirty="0"/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F535DF8C-DF14-281F-D15C-4872B9145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494" y="3404945"/>
            <a:ext cx="7783011" cy="3477110"/>
          </a:xfrm>
          <a:prstGeom prst="rect">
            <a:avLst/>
          </a:prstGeom>
        </p:spPr>
      </p:pic>
      <p:sp>
        <p:nvSpPr>
          <p:cNvPr id="42" name="標題 2">
            <a:extLst>
              <a:ext uri="{FF2B5EF4-FFF2-40B4-BE49-F238E27FC236}">
                <a16:creationId xmlns:a16="http://schemas.microsoft.com/office/drawing/2014/main" id="{EDF32441-E7B3-99BE-B54C-CA4485678C1F}"/>
              </a:ext>
            </a:extLst>
          </p:cNvPr>
          <p:cNvSpPr txBox="1">
            <a:spLocks/>
          </p:cNvSpPr>
          <p:nvPr/>
        </p:nvSpPr>
        <p:spPr>
          <a:xfrm>
            <a:off x="1257300" y="38100"/>
            <a:ext cx="138303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43" name="投影片編號版面配置區 3">
            <a:extLst>
              <a:ext uri="{FF2B5EF4-FFF2-40B4-BE49-F238E27FC236}">
                <a16:creationId xmlns:a16="http://schemas.microsoft.com/office/drawing/2014/main" id="{B072CC8D-0167-5082-F8C5-4C2AA2699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50</a:t>
            </a:fld>
            <a:endParaRPr kumimoji="1" lang="zh-TW" altLang="en-US"/>
          </a:p>
        </p:txBody>
      </p:sp>
      <p:sp>
        <p:nvSpPr>
          <p:cNvPr id="44" name="內容版面配置區 4">
            <a:extLst>
              <a:ext uri="{FF2B5EF4-FFF2-40B4-BE49-F238E27FC236}">
                <a16:creationId xmlns:a16="http://schemas.microsoft.com/office/drawing/2014/main" id="{17D13466-5705-2B96-A7C2-B8F8320E24FC}"/>
              </a:ext>
            </a:extLst>
          </p:cNvPr>
          <p:cNvSpPr txBox="1">
            <a:spLocks/>
          </p:cNvSpPr>
          <p:nvPr/>
        </p:nvSpPr>
        <p:spPr>
          <a:xfrm>
            <a:off x="1258738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下拉至下方 第五點輸入預設即可 </a:t>
            </a:r>
            <a:endParaRPr lang="en-US" altLang="zh-TW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A2F8CCA-50F3-DBCC-8CA9-D213491F378F}"/>
              </a:ext>
            </a:extLst>
          </p:cNvPr>
          <p:cNvSpPr/>
          <p:nvPr/>
        </p:nvSpPr>
        <p:spPr>
          <a:xfrm>
            <a:off x="5334000" y="5143500"/>
            <a:ext cx="1447800" cy="304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6B8F5AA7-31C6-830A-D8E2-84D89824C260}"/>
              </a:ext>
            </a:extLst>
          </p:cNvPr>
          <p:cNvCxnSpPr>
            <a:cxnSpLocks/>
            <a:stCxn id="47" idx="2"/>
            <a:endCxn id="45" idx="3"/>
          </p:cNvCxnSpPr>
          <p:nvPr/>
        </p:nvCxnSpPr>
        <p:spPr>
          <a:xfrm flipH="1">
            <a:off x="6781800" y="5295900"/>
            <a:ext cx="9334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流程圖: 接點 46">
            <a:extLst>
              <a:ext uri="{FF2B5EF4-FFF2-40B4-BE49-F238E27FC236}">
                <a16:creationId xmlns:a16="http://schemas.microsoft.com/office/drawing/2014/main" id="{0531D98B-FE03-52A6-3B21-36A6AFD24C84}"/>
              </a:ext>
            </a:extLst>
          </p:cNvPr>
          <p:cNvSpPr/>
          <p:nvPr/>
        </p:nvSpPr>
        <p:spPr>
          <a:xfrm>
            <a:off x="7715250" y="4838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endParaRPr lang="zh-TW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0D3C339-61BE-B045-28F2-92369EEFDBEA}"/>
              </a:ext>
            </a:extLst>
          </p:cNvPr>
          <p:cNvSpPr/>
          <p:nvPr/>
        </p:nvSpPr>
        <p:spPr>
          <a:xfrm>
            <a:off x="11277600" y="6174446"/>
            <a:ext cx="1757905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流程圖: 接點 48">
            <a:extLst>
              <a:ext uri="{FF2B5EF4-FFF2-40B4-BE49-F238E27FC236}">
                <a16:creationId xmlns:a16="http://schemas.microsoft.com/office/drawing/2014/main" id="{F5099AD8-0F84-A68A-E859-65F731B2FBB2}"/>
              </a:ext>
            </a:extLst>
          </p:cNvPr>
          <p:cNvSpPr/>
          <p:nvPr/>
        </p:nvSpPr>
        <p:spPr>
          <a:xfrm>
            <a:off x="13868400" y="6047446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  <a:endParaRPr lang="zh-TW" alt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1594A6C1-8141-FAD6-41F7-7FA41C6B89CF}"/>
              </a:ext>
            </a:extLst>
          </p:cNvPr>
          <p:cNvCxnSpPr>
            <a:cxnSpLocks/>
            <a:stCxn id="49" idx="2"/>
            <a:endCxn id="48" idx="3"/>
          </p:cNvCxnSpPr>
          <p:nvPr/>
        </p:nvCxnSpPr>
        <p:spPr>
          <a:xfrm flipH="1">
            <a:off x="13035505" y="6504646"/>
            <a:ext cx="83289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2777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D9D68-C1D1-FB3A-08C0-C9F7C71E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090722-ED7B-E0C8-E421-D2FCDB0A6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51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E2ACF5D-F8EF-65CD-2CB7-841FC7568A99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        </a:t>
            </a:r>
            <a:r>
              <a:rPr lang="en-US" altLang="zh-TW" dirty="0"/>
              <a:t>【Upload data】</a:t>
            </a:r>
            <a:r>
              <a:rPr lang="zh-TW" altLang="en-US" dirty="0"/>
              <a:t>，將剛才所拍攝的所有照片匯入。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3393C37-3CCC-0107-B090-095801FCC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911365"/>
            <a:ext cx="13411200" cy="646426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CCB9B6F-7ECC-B23E-88DE-8DC3C417B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8396568"/>
            <a:ext cx="776821" cy="72133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A87CB2F-962A-31A3-F40E-B1765C9EAEBD}"/>
              </a:ext>
            </a:extLst>
          </p:cNvPr>
          <p:cNvSpPr/>
          <p:nvPr/>
        </p:nvSpPr>
        <p:spPr>
          <a:xfrm>
            <a:off x="13585372" y="2119087"/>
            <a:ext cx="7112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9E64CFF-9280-28F3-EAE8-29C8724592CF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14296572" y="2423887"/>
            <a:ext cx="101962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標題 2">
            <a:extLst>
              <a:ext uri="{FF2B5EF4-FFF2-40B4-BE49-F238E27FC236}">
                <a16:creationId xmlns:a16="http://schemas.microsoft.com/office/drawing/2014/main" id="{4FE2CECA-2BFB-8A26-22DD-8343D3F42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(10/15)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98728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BB677-9DEA-C055-3DC9-6ACD9B010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2E3D88-F2AF-0789-384F-E479D417B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52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003A9DB6-F008-35A4-CD9C-95257414F08E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EC26413-9EE9-2336-2B86-878CB6AC1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123020"/>
            <a:ext cx="12039600" cy="60409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2D2EFFB-2438-8478-236C-3EC5E6189EE1}"/>
              </a:ext>
            </a:extLst>
          </p:cNvPr>
          <p:cNvSpPr/>
          <p:nvPr/>
        </p:nvSpPr>
        <p:spPr>
          <a:xfrm>
            <a:off x="3228974" y="3781425"/>
            <a:ext cx="990601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CB962CD2-B1CC-DE75-3116-FE5770A2718B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219575" y="4010025"/>
            <a:ext cx="103822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內容版面配置區 4">
            <a:extLst>
              <a:ext uri="{FF2B5EF4-FFF2-40B4-BE49-F238E27FC236}">
                <a16:creationId xmlns:a16="http://schemas.microsoft.com/office/drawing/2014/main" id="{AFA35274-A0B2-8A29-FEA5-DA11DE7A9B42}"/>
              </a:ext>
            </a:extLst>
          </p:cNvPr>
          <p:cNvSpPr txBox="1">
            <a:spLocks/>
          </p:cNvSpPr>
          <p:nvPr/>
        </p:nvSpPr>
        <p:spPr>
          <a:xfrm>
            <a:off x="1270550" y="8615364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點擊選擇檔案。</a:t>
            </a:r>
          </a:p>
        </p:txBody>
      </p:sp>
      <p:sp>
        <p:nvSpPr>
          <p:cNvPr id="13" name="標題 2">
            <a:extLst>
              <a:ext uri="{FF2B5EF4-FFF2-40B4-BE49-F238E27FC236}">
                <a16:creationId xmlns:a16="http://schemas.microsoft.com/office/drawing/2014/main" id="{FD677B5E-B0B4-1674-1F33-1550CB3EF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(11/15)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86339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0442A-B2FA-ECED-6A76-699CE7D03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8C44C4C-687F-7177-A01D-D0F73F5D8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710" y="1984521"/>
            <a:ext cx="11212490" cy="619211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89FA88-A95D-9EE5-37D6-E4445BEF9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3200" y="9409917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53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446221A2-C895-8892-9AA1-719E74B44EC6}"/>
              </a:ext>
            </a:extLst>
          </p:cNvPr>
          <p:cNvSpPr txBox="1">
            <a:spLocks/>
          </p:cNvSpPr>
          <p:nvPr/>
        </p:nvSpPr>
        <p:spPr>
          <a:xfrm>
            <a:off x="1427713" y="8343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21" name="內容版面配置區 4">
            <a:extLst>
              <a:ext uri="{FF2B5EF4-FFF2-40B4-BE49-F238E27FC236}">
                <a16:creationId xmlns:a16="http://schemas.microsoft.com/office/drawing/2014/main" id="{2C685516-F467-A2CB-3250-DC669AF332E4}"/>
              </a:ext>
            </a:extLst>
          </p:cNvPr>
          <p:cNvSpPr txBox="1">
            <a:spLocks/>
          </p:cNvSpPr>
          <p:nvPr/>
        </p:nvSpPr>
        <p:spPr>
          <a:xfrm>
            <a:off x="366714" y="726973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D1485F-8417-F3C1-CD19-E6D64DA57597}"/>
              </a:ext>
            </a:extLst>
          </p:cNvPr>
          <p:cNvSpPr/>
          <p:nvPr/>
        </p:nvSpPr>
        <p:spPr>
          <a:xfrm>
            <a:off x="12192000" y="7688579"/>
            <a:ext cx="1066800" cy="41148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B717C61B-375F-C985-560D-75F12B46F7E1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13258800" y="7894320"/>
            <a:ext cx="1143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內容版面配置區 4">
            <a:extLst>
              <a:ext uri="{FF2B5EF4-FFF2-40B4-BE49-F238E27FC236}">
                <a16:creationId xmlns:a16="http://schemas.microsoft.com/office/drawing/2014/main" id="{FEED5AAA-F537-AAAB-1D08-7538AD6CC5C0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選擇剛才所訓練資料，並按下開啟。</a:t>
            </a:r>
          </a:p>
        </p:txBody>
      </p:sp>
      <p:sp>
        <p:nvSpPr>
          <p:cNvPr id="28" name="標題 2">
            <a:extLst>
              <a:ext uri="{FF2B5EF4-FFF2-40B4-BE49-F238E27FC236}">
                <a16:creationId xmlns:a16="http://schemas.microsoft.com/office/drawing/2014/main" id="{9F657EC5-F259-4CA5-D995-78CAB6A37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(12/15)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17183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AE1D6-D100-A41F-7E48-E606DEAF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7D074182-A7A3-D439-B054-F541340E5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819759"/>
            <a:ext cx="8082644" cy="664748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FD3943-7BDB-C5CC-8F46-D16EA737C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54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713B0DE-0814-F7C5-6ADB-BD9527A46614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E476BE-5344-283A-6FDF-998552DEDE54}"/>
              </a:ext>
            </a:extLst>
          </p:cNvPr>
          <p:cNvSpPr/>
          <p:nvPr/>
        </p:nvSpPr>
        <p:spPr>
          <a:xfrm>
            <a:off x="4724400" y="6972300"/>
            <a:ext cx="25908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A50A86A8-2BBE-EA95-C2F4-A0357DFE0E2E}"/>
              </a:ext>
            </a:extLst>
          </p:cNvPr>
          <p:cNvCxnSpPr>
            <a:cxnSpLocks/>
          </p:cNvCxnSpPr>
          <p:nvPr/>
        </p:nvCxnSpPr>
        <p:spPr>
          <a:xfrm flipH="1" flipV="1">
            <a:off x="7315200" y="7277100"/>
            <a:ext cx="1309914" cy="181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內容版面配置區 4">
            <a:extLst>
              <a:ext uri="{FF2B5EF4-FFF2-40B4-BE49-F238E27FC236}">
                <a16:creationId xmlns:a16="http://schemas.microsoft.com/office/drawing/2014/main" id="{74C63CA1-EEE3-655E-453D-BD9B07607343}"/>
              </a:ext>
            </a:extLst>
          </p:cNvPr>
          <p:cNvSpPr txBox="1">
            <a:spLocks/>
          </p:cNvSpPr>
          <p:nvPr/>
        </p:nvSpPr>
        <p:spPr>
          <a:xfrm>
            <a:off x="1270550" y="8615364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這邊可以直接標註它屬於哪一種姿態</a:t>
            </a:r>
          </a:p>
        </p:txBody>
      </p:sp>
      <p:sp>
        <p:nvSpPr>
          <p:cNvPr id="13" name="標題 2">
            <a:extLst>
              <a:ext uri="{FF2B5EF4-FFF2-40B4-BE49-F238E27FC236}">
                <a16:creationId xmlns:a16="http://schemas.microsoft.com/office/drawing/2014/main" id="{C62CEF52-4860-062F-47C3-FBB96233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(13/15)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2211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A83C5-19D3-110D-9759-1C908C402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840D23E-FDE1-7CDB-FEFD-7C26E2CEF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956" y="1846354"/>
            <a:ext cx="6456911" cy="659429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37B293-F847-91B1-4C86-965BCC5A0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3200" y="9409917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55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C5A7659-FAA0-71EF-23F6-F2133B161234}"/>
              </a:ext>
            </a:extLst>
          </p:cNvPr>
          <p:cNvSpPr txBox="1">
            <a:spLocks/>
          </p:cNvSpPr>
          <p:nvPr/>
        </p:nvSpPr>
        <p:spPr>
          <a:xfrm>
            <a:off x="1427713" y="8343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21" name="內容版面配置區 4">
            <a:extLst>
              <a:ext uri="{FF2B5EF4-FFF2-40B4-BE49-F238E27FC236}">
                <a16:creationId xmlns:a16="http://schemas.microsoft.com/office/drawing/2014/main" id="{E3AC62DE-5710-2B0D-B486-7CC14F7C80D5}"/>
              </a:ext>
            </a:extLst>
          </p:cNvPr>
          <p:cNvSpPr txBox="1">
            <a:spLocks/>
          </p:cNvSpPr>
          <p:nvPr/>
        </p:nvSpPr>
        <p:spPr>
          <a:xfrm>
            <a:off x="1580113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 </a:t>
            </a:r>
            <a:r>
              <a:rPr lang="en-US" altLang="zh-TW" dirty="0"/>
              <a:t>Upload data</a:t>
            </a:r>
            <a:r>
              <a:rPr lang="zh-TW" altLang="en-US" dirty="0"/>
              <a:t>，上傳成功會顯示 </a:t>
            </a:r>
            <a:r>
              <a:rPr lang="en-US" altLang="zh-TW" dirty="0">
                <a:solidFill>
                  <a:srgbClr val="FF0000"/>
                </a:solidFill>
              </a:rPr>
              <a:t>Job completed</a:t>
            </a:r>
            <a:r>
              <a:rPr lang="zh-TW" altLang="en-US" dirty="0"/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5DEC43B-F4A5-B282-D17A-633C6003D486}"/>
              </a:ext>
            </a:extLst>
          </p:cNvPr>
          <p:cNvSpPr/>
          <p:nvPr/>
        </p:nvSpPr>
        <p:spPr>
          <a:xfrm>
            <a:off x="10729913" y="7650479"/>
            <a:ext cx="1714499" cy="66484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E9BDB636-5161-DDC9-A0B4-D5584FF88970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12444412" y="7982902"/>
            <a:ext cx="111918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標題 2">
            <a:extLst>
              <a:ext uri="{FF2B5EF4-FFF2-40B4-BE49-F238E27FC236}">
                <a16:creationId xmlns:a16="http://schemas.microsoft.com/office/drawing/2014/main" id="{B3B03965-5A73-7D03-B65F-1D1770FD6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(14/15)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934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9FA1F-F1FC-1DBD-D013-335425AA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2AEAE6-924E-A01E-4994-3B020287F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73200" y="9409917"/>
            <a:ext cx="4114800" cy="547688"/>
          </a:xfrm>
        </p:spPr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56</a:t>
            </a:fld>
            <a:endParaRPr kumimoji="1"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D003B85-7029-8AD5-CCE4-62B613D38B67}"/>
              </a:ext>
            </a:extLst>
          </p:cNvPr>
          <p:cNvSpPr txBox="1">
            <a:spLocks/>
          </p:cNvSpPr>
          <p:nvPr/>
        </p:nvSpPr>
        <p:spPr>
          <a:xfrm>
            <a:off x="1427713" y="8343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dirty="0"/>
          </a:p>
        </p:txBody>
      </p:sp>
      <p:sp>
        <p:nvSpPr>
          <p:cNvPr id="21" name="內容版面配置區 4">
            <a:extLst>
              <a:ext uri="{FF2B5EF4-FFF2-40B4-BE49-F238E27FC236}">
                <a16:creationId xmlns:a16="http://schemas.microsoft.com/office/drawing/2014/main" id="{697E1F4C-6A7C-A214-1274-EB5DCAF8A185}"/>
              </a:ext>
            </a:extLst>
          </p:cNvPr>
          <p:cNvSpPr txBox="1">
            <a:spLocks/>
          </p:cNvSpPr>
          <p:nvPr/>
        </p:nvSpPr>
        <p:spPr>
          <a:xfrm>
            <a:off x="1257301" y="8653964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完成會顯在 </a:t>
            </a:r>
            <a:r>
              <a:rPr lang="en-US" altLang="zh-TW" dirty="0"/>
              <a:t>Dataset </a:t>
            </a:r>
            <a:r>
              <a:rPr lang="zh-TW" altLang="en-US" dirty="0"/>
              <a:t>中</a:t>
            </a:r>
          </a:p>
        </p:txBody>
      </p:sp>
      <p:sp>
        <p:nvSpPr>
          <p:cNvPr id="15" name="標題 2">
            <a:extLst>
              <a:ext uri="{FF2B5EF4-FFF2-40B4-BE49-F238E27FC236}">
                <a16:creationId xmlns:a16="http://schemas.microsoft.com/office/drawing/2014/main" id="{1872FCBB-D446-423D-B812-E7DFF9715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自行製作資料集 </a:t>
            </a:r>
            <a:r>
              <a:rPr lang="en-US" altLang="zh-TW" dirty="0"/>
              <a:t>(15/15)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391A5A3-470F-958F-D146-3B4FD3C7E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049" y="1667507"/>
            <a:ext cx="6987902" cy="667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346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76052-F429-ECDA-59D0-6FB0BE9FA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FDB7ADB-4A4B-1002-D474-C6BEB40F2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建立脈衝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DE5583-6195-4F26-4796-D401D922A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57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66C2F82-DD01-FDEB-C226-AE8F3DEFE189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Create impulse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E70E1F6B-B652-BAAE-A33D-77D7B3EB6A65}"/>
              </a:ext>
            </a:extLst>
          </p:cNvPr>
          <p:cNvGrpSpPr/>
          <p:nvPr/>
        </p:nvGrpSpPr>
        <p:grpSpPr>
          <a:xfrm>
            <a:off x="2134632" y="1927128"/>
            <a:ext cx="14018736" cy="6432743"/>
            <a:chOff x="2134632" y="1927128"/>
            <a:chExt cx="14018736" cy="6432743"/>
          </a:xfrm>
        </p:grpSpPr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4BF8F18B-19D4-CCE8-A6CA-BCC2AF8E8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4632" y="1927128"/>
              <a:ext cx="14018736" cy="6432743"/>
            </a:xfrm>
            <a:prstGeom prst="rect">
              <a:avLst/>
            </a:prstGeom>
          </p:spPr>
        </p:pic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6C4A78C5-BAD8-D2C8-F45B-D49CA0D4AFF4}"/>
                </a:ext>
              </a:extLst>
            </p:cNvPr>
            <p:cNvGrpSpPr/>
            <p:nvPr/>
          </p:nvGrpSpPr>
          <p:grpSpPr>
            <a:xfrm>
              <a:off x="2565400" y="5395993"/>
              <a:ext cx="8741109" cy="1727472"/>
              <a:chOff x="2438400" y="4904225"/>
              <a:chExt cx="8741109" cy="172747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18913CA-89A0-34C1-C2EA-AD54D2C8C400}"/>
                  </a:ext>
                </a:extLst>
              </p:cNvPr>
              <p:cNvSpPr/>
              <p:nvPr/>
            </p:nvSpPr>
            <p:spPr>
              <a:xfrm>
                <a:off x="2438400" y="4904225"/>
                <a:ext cx="1631529" cy="328224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手繪多邊形: 圖案 16">
                <a:extLst>
                  <a:ext uri="{FF2B5EF4-FFF2-40B4-BE49-F238E27FC236}">
                    <a16:creationId xmlns:a16="http://schemas.microsoft.com/office/drawing/2014/main" id="{514307B7-654B-ABF6-FBF3-722316928301}"/>
                  </a:ext>
                </a:extLst>
              </p:cNvPr>
              <p:cNvSpPr/>
              <p:nvPr/>
            </p:nvSpPr>
            <p:spPr>
              <a:xfrm>
                <a:off x="4069929" y="4917911"/>
                <a:ext cx="2295156" cy="1696419"/>
              </a:xfrm>
              <a:custGeom>
                <a:avLst/>
                <a:gdLst>
                  <a:gd name="connsiteX0" fmla="*/ 0 w 3854824"/>
                  <a:gd name="connsiteY0" fmla="*/ 35859 h 2707341"/>
                  <a:gd name="connsiteX1" fmla="*/ 3854824 w 3854824"/>
                  <a:gd name="connsiteY1" fmla="*/ 0 h 2707341"/>
                  <a:gd name="connsiteX2" fmla="*/ 3854824 w 3854824"/>
                  <a:gd name="connsiteY2" fmla="*/ 2707341 h 2707341"/>
                  <a:gd name="connsiteX3" fmla="*/ 0 w 3854824"/>
                  <a:gd name="connsiteY3" fmla="*/ 394447 h 2707341"/>
                  <a:gd name="connsiteX4" fmla="*/ 0 w 3854824"/>
                  <a:gd name="connsiteY4" fmla="*/ 35859 h 2707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54824" h="2707341">
                    <a:moveTo>
                      <a:pt x="0" y="35859"/>
                    </a:moveTo>
                    <a:lnTo>
                      <a:pt x="3854824" y="0"/>
                    </a:lnTo>
                    <a:lnTo>
                      <a:pt x="3854824" y="2707341"/>
                    </a:lnTo>
                    <a:lnTo>
                      <a:pt x="0" y="394447"/>
                    </a:lnTo>
                    <a:lnTo>
                      <a:pt x="0" y="3585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pic>
            <p:nvPicPr>
              <p:cNvPr id="22" name="圖片 21">
                <a:extLst>
                  <a:ext uri="{FF2B5EF4-FFF2-40B4-BE49-F238E27FC236}">
                    <a16:creationId xmlns:a16="http://schemas.microsoft.com/office/drawing/2014/main" id="{BFCA756E-DFB0-8214-4A8C-5A9D86137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14448"/>
              <a:stretch>
                <a:fillRect/>
              </a:stretch>
            </p:blipFill>
            <p:spPr>
              <a:xfrm>
                <a:off x="6437065" y="4941400"/>
                <a:ext cx="3829827" cy="1672930"/>
              </a:xfrm>
              <a:prstGeom prst="rect">
                <a:avLst/>
              </a:prstGeom>
              <a:ln w="76200">
                <a:solidFill>
                  <a:srgbClr val="FF0000"/>
                </a:solidFill>
              </a:ln>
            </p:spPr>
          </p:pic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28CE6F6-7471-37F5-5A72-B74FADD5A452}"/>
                  </a:ext>
                </a:extLst>
              </p:cNvPr>
              <p:cNvSpPr/>
              <p:nvPr/>
            </p:nvSpPr>
            <p:spPr>
              <a:xfrm>
                <a:off x="7349682" y="5917322"/>
                <a:ext cx="2612409" cy="45720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19" name="直線單箭頭接點 18">
                <a:extLst>
                  <a:ext uri="{FF2B5EF4-FFF2-40B4-BE49-F238E27FC236}">
                    <a16:creationId xmlns:a16="http://schemas.microsoft.com/office/drawing/2014/main" id="{13106834-5F89-C14F-153F-52236B1ADD30}"/>
                  </a:ext>
                </a:extLst>
              </p:cNvPr>
              <p:cNvCxnSpPr>
                <a:cxnSpLocks/>
                <a:endCxn id="18" idx="3"/>
              </p:cNvCxnSpPr>
              <p:nvPr/>
            </p:nvCxnSpPr>
            <p:spPr>
              <a:xfrm flipH="1">
                <a:off x="9962091" y="6145923"/>
                <a:ext cx="1217418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947B6B3A-FC32-CA34-3241-937C14A28AEA}"/>
                  </a:ext>
                </a:extLst>
              </p:cNvPr>
              <p:cNvGrpSpPr/>
              <p:nvPr/>
            </p:nvGrpSpPr>
            <p:grpSpPr>
              <a:xfrm>
                <a:off x="4083102" y="4904225"/>
                <a:ext cx="2325593" cy="1727472"/>
                <a:chOff x="3861437" y="3727178"/>
                <a:chExt cx="2325593" cy="1727472"/>
              </a:xfrm>
            </p:grpSpPr>
            <p:cxnSp>
              <p:nvCxnSpPr>
                <p:cNvPr id="29" name="直線接點 28">
                  <a:extLst>
                    <a:ext uri="{FF2B5EF4-FFF2-40B4-BE49-F238E27FC236}">
                      <a16:creationId xmlns:a16="http://schemas.microsoft.com/office/drawing/2014/main" id="{8CF98E64-1E8E-CEE9-C1C9-4CA32299AF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1437" y="3727178"/>
                  <a:ext cx="2325593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線接點 32">
                  <a:extLst>
                    <a:ext uri="{FF2B5EF4-FFF2-40B4-BE49-F238E27FC236}">
                      <a16:creationId xmlns:a16="http://schemas.microsoft.com/office/drawing/2014/main" id="{625B8929-BA76-4398-0784-1A9E7C8D9F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7150" y="4025900"/>
                  <a:ext cx="2305050" cy="142875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2602960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1FD8DF31-9A9D-1A8C-3D38-B6824561F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127" y="1582639"/>
            <a:ext cx="5200919" cy="7440918"/>
          </a:xfrm>
          <a:prstGeom prst="rect">
            <a:avLst/>
          </a:prstGeom>
        </p:spPr>
      </p:pic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BDDCDEE-56E3-3CEC-A44B-B1C2BE8E423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1231900" y="1805678"/>
            <a:ext cx="9074895" cy="721846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zh-TW" altLang="en-US" dirty="0"/>
              <a:t>此區塊為輸入設定，可設定輸入的視窗大小與視窗位移量，以及零填補處理方式，還有訓練時要使用資料集中的多少百分比來訓練。</a:t>
            </a:r>
            <a:endParaRPr lang="en-US" altLang="zh-TW" dirty="0"/>
          </a:p>
          <a:p>
            <a:endParaRPr lang="en-US" altLang="zh-TW" dirty="0"/>
          </a:p>
          <a:p>
            <a:pPr>
              <a:lnSpc>
                <a:spcPct val="110000"/>
              </a:lnSpc>
            </a:pPr>
            <a:r>
              <a:rPr lang="zh-TW" altLang="en-US" dirty="0"/>
              <a:t>在本範例中：</a:t>
            </a:r>
            <a:endParaRPr lang="en-US" altLang="zh-TW" dirty="0"/>
          </a:p>
          <a:p>
            <a:pPr lvl="1">
              <a:lnSpc>
                <a:spcPct val="110000"/>
              </a:lnSpc>
            </a:pPr>
            <a:r>
              <a:rPr lang="en-US" altLang="zh-TW" dirty="0"/>
              <a:t>Window size </a:t>
            </a:r>
            <a:r>
              <a:rPr lang="zh-TW" altLang="en-US" dirty="0"/>
              <a:t>：</a:t>
            </a:r>
            <a:r>
              <a:rPr lang="en-US" altLang="zh-TW" dirty="0"/>
              <a:t>997 </a:t>
            </a:r>
            <a:r>
              <a:rPr lang="en-US" altLang="zh-TW" dirty="0" err="1"/>
              <a:t>ms</a:t>
            </a:r>
            <a:r>
              <a:rPr lang="en-US" altLang="zh-TW" dirty="0"/>
              <a:t> — </a:t>
            </a:r>
            <a:r>
              <a:rPr lang="zh-TW" altLang="en-US" dirty="0"/>
              <a:t>每次取樣分析的時間長度片段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Window increase / stride </a:t>
            </a:r>
            <a:r>
              <a:rPr lang="zh-TW" altLang="en-US" dirty="0"/>
              <a:t>：</a:t>
            </a:r>
            <a:r>
              <a:rPr lang="en-US" altLang="zh-TW" dirty="0"/>
              <a:t>1,000 </a:t>
            </a:r>
            <a:r>
              <a:rPr lang="en-US" altLang="zh-TW" dirty="0" err="1"/>
              <a:t>ms</a:t>
            </a:r>
            <a:r>
              <a:rPr lang="en-US" altLang="zh-TW" dirty="0"/>
              <a:t> — </a:t>
            </a:r>
            <a:r>
              <a:rPr lang="zh-TW" altLang="en-US" dirty="0"/>
              <a:t>每次視窗往前移動多少時間，也就是相鄰兩個視窗之間的間隔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Frequency </a:t>
            </a:r>
            <a:r>
              <a:rPr lang="zh-TW" altLang="en-US" dirty="0"/>
              <a:t>：</a:t>
            </a:r>
            <a:r>
              <a:rPr lang="en-US" altLang="zh-TW" dirty="0"/>
              <a:t> </a:t>
            </a:r>
            <a:r>
              <a:rPr lang="zh-TW" altLang="en-US" dirty="0"/>
              <a:t>資料的取樣頻率 依照系統所給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Zero-pad data </a:t>
            </a:r>
            <a:r>
              <a:rPr lang="zh-TW" altLang="en-US" dirty="0"/>
              <a:t>：如果資料長度不足一個完整視窗，會用 </a:t>
            </a:r>
            <a:r>
              <a:rPr lang="en-US" altLang="zh-TW" dirty="0"/>
              <a:t>0 </a:t>
            </a:r>
            <a:r>
              <a:rPr lang="zh-TW" altLang="en-US" dirty="0"/>
              <a:t>補齊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Train on data subset </a:t>
            </a:r>
            <a:r>
              <a:rPr lang="zh-TW" altLang="en-US" dirty="0"/>
              <a:t>：</a:t>
            </a:r>
            <a:r>
              <a:rPr lang="en-US" altLang="zh-TW" dirty="0"/>
              <a:t>100% — </a:t>
            </a:r>
            <a:r>
              <a:rPr lang="zh-TW" altLang="en-US" dirty="0"/>
              <a:t>使用全部資料來訓練</a:t>
            </a:r>
          </a:p>
          <a:p>
            <a:pPr lvl="1"/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0F5C66C-A3E9-986D-AD30-32BF1B2C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</p:spPr>
        <p:txBody>
          <a:bodyPr/>
          <a:lstStyle/>
          <a:p>
            <a:r>
              <a:rPr lang="zh-TW" altLang="en-US" dirty="0"/>
              <a:t>輸入設定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730203E-8AF7-8511-CA52-0242072B5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58</a:t>
            </a:fld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4223F3-1BE0-78E7-8B04-EE240299F49C}"/>
              </a:ext>
            </a:extLst>
          </p:cNvPr>
          <p:cNvSpPr/>
          <p:nvPr/>
        </p:nvSpPr>
        <p:spPr>
          <a:xfrm>
            <a:off x="10744200" y="3482276"/>
            <a:ext cx="4893345" cy="1051624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85C8F363-BBD1-DD66-EED5-BCA36C483E4B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15637545" y="4008088"/>
            <a:ext cx="105025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64D59F4-1A3B-BFA0-45D5-F5A61D9861CA}"/>
              </a:ext>
            </a:extLst>
          </p:cNvPr>
          <p:cNvSpPr/>
          <p:nvPr/>
        </p:nvSpPr>
        <p:spPr>
          <a:xfrm>
            <a:off x="10744199" y="4684753"/>
            <a:ext cx="4893345" cy="1068348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232A294A-4BCA-486D-5DA8-9BD1DE65DBDD}"/>
              </a:ext>
            </a:extLst>
          </p:cNvPr>
          <p:cNvCxnSpPr>
            <a:cxnSpLocks/>
          </p:cNvCxnSpPr>
          <p:nvPr/>
        </p:nvCxnSpPr>
        <p:spPr>
          <a:xfrm flipH="1">
            <a:off x="15637545" y="5143500"/>
            <a:ext cx="105025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DB34257-8427-1611-9CFB-8FFD0C6BAE6A}"/>
              </a:ext>
            </a:extLst>
          </p:cNvPr>
          <p:cNvSpPr/>
          <p:nvPr/>
        </p:nvSpPr>
        <p:spPr>
          <a:xfrm>
            <a:off x="10848627" y="7398486"/>
            <a:ext cx="4684487" cy="86728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BE39B1EE-B157-F2BF-BD5F-F5E7863A41F3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15533114" y="7832126"/>
            <a:ext cx="1154686" cy="1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F6AF41A4-889C-E54B-9558-35D09C1A742C}"/>
              </a:ext>
            </a:extLst>
          </p:cNvPr>
          <p:cNvSpPr/>
          <p:nvPr/>
        </p:nvSpPr>
        <p:spPr>
          <a:xfrm>
            <a:off x="10744199" y="5882906"/>
            <a:ext cx="4684487" cy="867281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70321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8A93083-0038-A66D-D62A-41C0FDF9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23F8C7-91FB-2C37-367D-B986D898C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59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92510C2-9986-019A-9A53-A7E8473D355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點選 </a:t>
            </a:r>
            <a:r>
              <a:rPr lang="en-US" altLang="zh-TW" dirty="0"/>
              <a:t>Add a processing block</a:t>
            </a:r>
            <a:r>
              <a:rPr lang="zh-TW" altLang="en-US" dirty="0"/>
              <a:t>，設定處理區塊。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4F02D4E-EAEA-83BA-3354-8A1E6A165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04" y="2371338"/>
            <a:ext cx="15632707" cy="5544324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9C720B3-2151-DB95-ED15-E2A258700356}"/>
              </a:ext>
            </a:extLst>
          </p:cNvPr>
          <p:cNvSpPr/>
          <p:nvPr/>
        </p:nvSpPr>
        <p:spPr>
          <a:xfrm>
            <a:off x="5257800" y="2384038"/>
            <a:ext cx="3962400" cy="15703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05718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591B3-8473-747F-EC0D-C9479F4E9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B9BB136-519C-8F44-D3E0-286525FAC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922514"/>
            <a:ext cx="6215590" cy="5980448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57F851A7-3F6D-A6FC-CE4D-4F4A79CE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FB71C0-A66A-036D-BC8A-928266A99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60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585FFDC-4B15-B77E-F36F-74FBCDE6FBF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新增一個 </a:t>
            </a:r>
            <a:r>
              <a:rPr lang="en-US" altLang="zh-TW" dirty="0"/>
              <a:t>Raw data </a:t>
            </a:r>
            <a:r>
              <a:rPr lang="zh-TW" altLang="en-US" dirty="0"/>
              <a:t>區塊。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A9E118-FF09-F34B-E3B9-52EEAAE26AB1}"/>
              </a:ext>
            </a:extLst>
          </p:cNvPr>
          <p:cNvSpPr/>
          <p:nvPr/>
        </p:nvSpPr>
        <p:spPr>
          <a:xfrm>
            <a:off x="5580742" y="6972300"/>
            <a:ext cx="6215589" cy="9306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11312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2CC13-6164-E542-BAAD-4EC4709D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701664F-6D03-F8C1-4048-1DA0BF30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1464CB-151A-D022-700F-ED209B410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61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C826874-6193-E43F-1BD4-3512EF0DC23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1" y="8611574"/>
            <a:ext cx="15773398" cy="660399"/>
          </a:xfrm>
        </p:spPr>
        <p:txBody>
          <a:bodyPr/>
          <a:lstStyle/>
          <a:p>
            <a:r>
              <a:rPr lang="zh-TW" altLang="en-US" dirty="0"/>
              <a:t>出現 </a:t>
            </a:r>
            <a:r>
              <a:rPr lang="en-US" altLang="zh-TW" dirty="0"/>
              <a:t>Raw data </a:t>
            </a:r>
            <a:r>
              <a:rPr lang="zh-TW" altLang="en-US" dirty="0"/>
              <a:t>設定圖，代表設定成功。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D22D588-6297-7433-1400-00B1FFAD08F0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8B24A5A-2B87-3EFB-38BA-AF8245DFB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369" y="2252514"/>
            <a:ext cx="5380085" cy="578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3341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8CD5-B609-5DF3-196F-78B79A7D2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7967EAC-2471-04AA-6158-47069FB8D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60" y="2056969"/>
            <a:ext cx="12041280" cy="617306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844E6ED6-8C1C-05A1-3247-6C87A40E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1F4010-1C37-4E55-D270-84DFE1F6E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62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7E45459-F118-9A0B-E79B-63D80471649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新增一個 </a:t>
            </a:r>
            <a:r>
              <a:rPr lang="en-US" altLang="zh-TW" dirty="0"/>
              <a:t>Raw data </a:t>
            </a:r>
            <a:r>
              <a:rPr lang="zh-TW" altLang="en-US" dirty="0"/>
              <a:t>區塊。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53D9CA-568D-A784-D7FC-4419BEB19549}"/>
              </a:ext>
            </a:extLst>
          </p:cNvPr>
          <p:cNvSpPr/>
          <p:nvPr/>
        </p:nvSpPr>
        <p:spPr>
          <a:xfrm>
            <a:off x="11049001" y="2056969"/>
            <a:ext cx="3886200" cy="173119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82958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90FF7-1621-8D4D-F186-A553874A3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AF7F58E-5446-A164-51DE-92E8DCB42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397" y="1760702"/>
            <a:ext cx="6029205" cy="676559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3961A49C-8FE6-9793-690D-F56E8AC4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C3A222-5B04-CDA1-1EF3-9D7598CE7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63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B4926F9-063A-77AC-34F0-55327243434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新增一個 </a:t>
            </a:r>
            <a:r>
              <a:rPr lang="en-US" altLang="zh-TW" dirty="0"/>
              <a:t>Raw data </a:t>
            </a:r>
            <a:r>
              <a:rPr lang="zh-TW" altLang="en-US" dirty="0"/>
              <a:t>區塊。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8858DF-248D-770D-A85E-9A2F4DB170F7}"/>
              </a:ext>
            </a:extLst>
          </p:cNvPr>
          <p:cNvSpPr/>
          <p:nvPr/>
        </p:nvSpPr>
        <p:spPr>
          <a:xfrm>
            <a:off x="6151168" y="2810106"/>
            <a:ext cx="6215589" cy="9306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72015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30E30-9335-BB46-166C-0397E9D4B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49505AB-2F3C-3F23-113C-195800F44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處理區塊設定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EFDDBC-E205-D637-D3D0-2BB14C0ED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64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4D1B075-C40C-6490-1178-2A39DF7FC0D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1" y="8611574"/>
            <a:ext cx="15773398" cy="660399"/>
          </a:xfrm>
        </p:spPr>
        <p:txBody>
          <a:bodyPr/>
          <a:lstStyle/>
          <a:p>
            <a:r>
              <a:rPr lang="zh-TW" altLang="en-US" dirty="0"/>
              <a:t>出現 </a:t>
            </a:r>
            <a:r>
              <a:rPr lang="en-US" altLang="zh-TW" dirty="0"/>
              <a:t>Raw data </a:t>
            </a:r>
            <a:r>
              <a:rPr lang="zh-TW" altLang="en-US" dirty="0"/>
              <a:t>設定圖，代表設定成功。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BFBDD13-FB6C-696B-4650-18618C814B43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F317CA9-0FC4-CE15-25BA-CC4E59C9C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302923"/>
            <a:ext cx="5791200" cy="568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3389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1DA7A-D63A-72F7-EA68-6F297FC5D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9D609E7-4121-3022-1BE5-732CD6E08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儲存 </a:t>
            </a:r>
            <a:r>
              <a:rPr lang="en-US" altLang="zh-TW" dirty="0"/>
              <a:t>features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2882BD-CC18-F776-D2FB-5EB3DCB12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65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310CB47-2F42-A8CA-63C0-3281ED38278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 </a:t>
            </a:r>
            <a:r>
              <a:rPr lang="en-US" altLang="zh-TW" dirty="0"/>
              <a:t>Save Impulse</a:t>
            </a:r>
            <a:r>
              <a:rPr lang="zh-TW" altLang="en-US" dirty="0"/>
              <a:t>，儲存</a:t>
            </a:r>
            <a:r>
              <a:rPr lang="en-US" altLang="zh-TW" dirty="0"/>
              <a:t> features</a:t>
            </a:r>
            <a:r>
              <a:rPr lang="zh-TW" altLang="en-US"/>
              <a:t>。</a:t>
            </a:r>
            <a:endParaRPr lang="zh-TW" altLang="en-US" dirty="0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9EDD796-FF4A-1466-FBBC-B608E9AA912F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C0E6AB0-A7E0-16E9-05E3-E764E3DE5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2451170"/>
            <a:ext cx="6934200" cy="538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022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99044-1CF9-C518-A83F-8368FD78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99E4BFF-F8C8-972E-A23F-1529C6C3E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909" y="2520045"/>
            <a:ext cx="13861013" cy="5113560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C2062107-BE4D-B017-43BD-DF2533695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(1/4)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9DD9F9-1A31-EA39-CC00-3FE8EC74D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66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EE3DD64-2021-759A-5654-532FAAF516B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Raw data</a:t>
            </a:r>
            <a:r>
              <a:rPr lang="zh-TW" altLang="en-US" dirty="0"/>
              <a:t>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9DC16E7-A90A-E3A0-679D-A15798DB79A2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E68F822-20E5-C2FC-B36F-5F5EFC1FB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515" y="5096328"/>
            <a:ext cx="2443285" cy="1676400"/>
          </a:xfrm>
          <a:prstGeom prst="rect">
            <a:avLst/>
          </a:prstGeom>
          <a:ln w="5715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37" name="群組 36">
            <a:extLst>
              <a:ext uri="{FF2B5EF4-FFF2-40B4-BE49-F238E27FC236}">
                <a16:creationId xmlns:a16="http://schemas.microsoft.com/office/drawing/2014/main" id="{937D104D-95BC-D666-F598-7A2C6A71CDBA}"/>
              </a:ext>
            </a:extLst>
          </p:cNvPr>
          <p:cNvGrpSpPr/>
          <p:nvPr/>
        </p:nvGrpSpPr>
        <p:grpSpPr>
          <a:xfrm>
            <a:off x="2276475" y="5076825"/>
            <a:ext cx="7877656" cy="1727472"/>
            <a:chOff x="2209800" y="5143500"/>
            <a:chExt cx="7877656" cy="1727472"/>
          </a:xfrm>
        </p:grpSpPr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77B89ECF-7C0A-1A3A-1547-48A70CF092D3}"/>
                </a:ext>
              </a:extLst>
            </p:cNvPr>
            <p:cNvSpPr/>
            <p:nvPr/>
          </p:nvSpPr>
          <p:spPr>
            <a:xfrm>
              <a:off x="3841329" y="5157186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1F1C3F7F-CB12-BBEB-6A1E-71AF62837E87}"/>
                </a:ext>
              </a:extLst>
            </p:cNvPr>
            <p:cNvGrpSpPr/>
            <p:nvPr/>
          </p:nvGrpSpPr>
          <p:grpSpPr>
            <a:xfrm>
              <a:off x="2209800" y="5143500"/>
              <a:ext cx="7877656" cy="1727472"/>
              <a:chOff x="2209800" y="5143500"/>
              <a:chExt cx="7877656" cy="172747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D0764B5-3975-4F7C-C1CE-89786B5B27E7}"/>
                  </a:ext>
                </a:extLst>
              </p:cNvPr>
              <p:cNvSpPr/>
              <p:nvPr/>
            </p:nvSpPr>
            <p:spPr>
              <a:xfrm>
                <a:off x="2209800" y="5143500"/>
                <a:ext cx="1631529" cy="328224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7044A08-57D5-D017-9F48-77D4922F2184}"/>
                  </a:ext>
                </a:extLst>
              </p:cNvPr>
              <p:cNvSpPr/>
              <p:nvPr/>
            </p:nvSpPr>
            <p:spPr>
              <a:xfrm>
                <a:off x="6257630" y="5743575"/>
                <a:ext cx="2167698" cy="45720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 dirty="0"/>
              </a:p>
            </p:txBody>
          </p:sp>
          <p:cxnSp>
            <p:nvCxnSpPr>
              <p:cNvPr id="20" name="直線單箭頭接點 19">
                <a:extLst>
                  <a:ext uri="{FF2B5EF4-FFF2-40B4-BE49-F238E27FC236}">
                    <a16:creationId xmlns:a16="http://schemas.microsoft.com/office/drawing/2014/main" id="{1362BBD4-2A3B-F25D-C706-06CAE741B314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 flipH="1">
                <a:off x="8425328" y="5972176"/>
                <a:ext cx="1662128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群組 20">
                <a:extLst>
                  <a:ext uri="{FF2B5EF4-FFF2-40B4-BE49-F238E27FC236}">
                    <a16:creationId xmlns:a16="http://schemas.microsoft.com/office/drawing/2014/main" id="{87041B07-F1B7-E5FF-354E-4A6F3F41980B}"/>
                  </a:ext>
                </a:extLst>
              </p:cNvPr>
              <p:cNvGrpSpPr/>
              <p:nvPr/>
            </p:nvGrpSpPr>
            <p:grpSpPr>
              <a:xfrm>
                <a:off x="3854502" y="5143500"/>
                <a:ext cx="2325593" cy="1727472"/>
                <a:chOff x="3861437" y="3727178"/>
                <a:chExt cx="2325593" cy="1727472"/>
              </a:xfrm>
            </p:grpSpPr>
            <p:cxnSp>
              <p:nvCxnSpPr>
                <p:cNvPr id="22" name="直線接點 21">
                  <a:extLst>
                    <a:ext uri="{FF2B5EF4-FFF2-40B4-BE49-F238E27FC236}">
                      <a16:creationId xmlns:a16="http://schemas.microsoft.com/office/drawing/2014/main" id="{FF0397BB-08BB-ABC6-0E64-CDA6E6843A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1437" y="3727178"/>
                  <a:ext cx="2325593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C0BBEE84-E67A-4122-6AF6-130BEABCA5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7150" y="4025900"/>
                  <a:ext cx="2305050" cy="142875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60486755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8F7C8-B913-C5EC-86F1-E892F4F7E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D0FAAEE-96F5-C108-8ED9-16DB4C64E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198" y="2476500"/>
            <a:ext cx="15775602" cy="5839640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C68D30B3-D322-A3A7-8AD4-75EFFAC11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(2/4)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902EBF-36FF-EAB6-FB6A-F9C7D05B0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67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9ADE6D2-5094-4851-D082-578BB10C5FB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/>
              <a:t>Scale axes</a:t>
            </a:r>
            <a:r>
              <a:rPr lang="zh-TW" altLang="en-US" dirty="0"/>
              <a:t> 填入 </a:t>
            </a:r>
            <a:r>
              <a:rPr lang="en-US" altLang="zh-TW" dirty="0"/>
              <a:t>1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→</a:t>
            </a:r>
            <a:r>
              <a:rPr lang="zh-TW" altLang="en-US" dirty="0"/>
              <a:t> 點擊 </a:t>
            </a:r>
            <a:r>
              <a:rPr lang="en-US" altLang="zh-TW" dirty="0"/>
              <a:t>Save parameters</a:t>
            </a:r>
            <a:r>
              <a:rPr lang="zh-TW" altLang="en-US" dirty="0"/>
              <a:t>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C96012C-512A-1F2F-0C2F-D113A3EECFE4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C6DE7BAB-0E49-F81E-3BFF-D9DA5BED2C17}"/>
              </a:ext>
            </a:extLst>
          </p:cNvPr>
          <p:cNvGrpSpPr/>
          <p:nvPr/>
        </p:nvGrpSpPr>
        <p:grpSpPr>
          <a:xfrm>
            <a:off x="5314950" y="6591300"/>
            <a:ext cx="6267450" cy="1677183"/>
            <a:chOff x="5314950" y="6591300"/>
            <a:chExt cx="6267450" cy="16771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D40FE27-F492-06C9-9A95-CD4ECFDD7A24}"/>
                </a:ext>
              </a:extLst>
            </p:cNvPr>
            <p:cNvSpPr/>
            <p:nvPr/>
          </p:nvSpPr>
          <p:spPr>
            <a:xfrm>
              <a:off x="5314950" y="6819900"/>
              <a:ext cx="3581400" cy="4572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076CEF8-3B03-87F3-1489-A256E197CB41}"/>
                </a:ext>
              </a:extLst>
            </p:cNvPr>
            <p:cNvSpPr/>
            <p:nvPr/>
          </p:nvSpPr>
          <p:spPr>
            <a:xfrm>
              <a:off x="6753225" y="7536324"/>
              <a:ext cx="2143125" cy="55346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流程圖: 接點 13">
              <a:extLst>
                <a:ext uri="{FF2B5EF4-FFF2-40B4-BE49-F238E27FC236}">
                  <a16:creationId xmlns:a16="http://schemas.microsoft.com/office/drawing/2014/main" id="{186A49AB-127D-37A2-FC8C-2C1E72E1AB32}"/>
                </a:ext>
              </a:extLst>
            </p:cNvPr>
            <p:cNvSpPr/>
            <p:nvPr/>
          </p:nvSpPr>
          <p:spPr>
            <a:xfrm>
              <a:off x="9553575" y="659130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36EF716A-E55C-D933-3581-311F42581EEC}"/>
                </a:ext>
              </a:extLst>
            </p:cNvPr>
            <p:cNvCxnSpPr>
              <a:cxnSpLocks/>
              <a:stCxn id="14" idx="2"/>
              <a:endCxn id="11" idx="3"/>
            </p:cNvCxnSpPr>
            <p:nvPr/>
          </p:nvCxnSpPr>
          <p:spPr>
            <a:xfrm flipH="1">
              <a:off x="8896350" y="7048500"/>
              <a:ext cx="657225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62B4E921-888E-39D0-4761-EF8BEE4117B8}"/>
                </a:ext>
              </a:extLst>
            </p:cNvPr>
            <p:cNvCxnSpPr>
              <a:cxnSpLocks/>
              <a:stCxn id="36" idx="2"/>
              <a:endCxn id="13" idx="3"/>
            </p:cNvCxnSpPr>
            <p:nvPr/>
          </p:nvCxnSpPr>
          <p:spPr>
            <a:xfrm flipH="1">
              <a:off x="8896350" y="7811283"/>
              <a:ext cx="1771650" cy="1772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流程圖: 接點 35">
              <a:extLst>
                <a:ext uri="{FF2B5EF4-FFF2-40B4-BE49-F238E27FC236}">
                  <a16:creationId xmlns:a16="http://schemas.microsoft.com/office/drawing/2014/main" id="{DC34185A-6338-D75B-DDFE-B50B709E7698}"/>
                </a:ext>
              </a:extLst>
            </p:cNvPr>
            <p:cNvSpPr/>
            <p:nvPr/>
          </p:nvSpPr>
          <p:spPr>
            <a:xfrm>
              <a:off x="10668000" y="7354083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20879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ACC83-CF1E-17EE-9FB9-FF89B2BD2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0BAF9730-F02E-18C3-4EC8-9343B5D8C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380" y="1715237"/>
            <a:ext cx="7006064" cy="6509094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E16E6112-763F-BC73-D711-A07248BF0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(3/4)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6A177-0C01-443F-D750-D91953C19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68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3C32F70-DD28-F677-8F70-DA337721E1AE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7BEE4CE-0894-1DB9-0DBC-143D80199132}"/>
              </a:ext>
            </a:extLst>
          </p:cNvPr>
          <p:cNvSpPr/>
          <p:nvPr/>
        </p:nvSpPr>
        <p:spPr>
          <a:xfrm>
            <a:off x="7086600" y="1772443"/>
            <a:ext cx="1985964" cy="5095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4E36127B-7E96-2BF1-872B-F16F3FA68ED8}"/>
              </a:ext>
            </a:extLst>
          </p:cNvPr>
          <p:cNvCxnSpPr>
            <a:cxnSpLocks/>
            <a:stCxn id="27" idx="2"/>
            <a:endCxn id="16" idx="3"/>
          </p:cNvCxnSpPr>
          <p:nvPr/>
        </p:nvCxnSpPr>
        <p:spPr>
          <a:xfrm flipH="1">
            <a:off x="9072564" y="2027237"/>
            <a:ext cx="99395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1804E6D-6A13-9378-60B5-09C5B8FB3794}"/>
              </a:ext>
            </a:extLst>
          </p:cNvPr>
          <p:cNvSpPr/>
          <p:nvPr/>
        </p:nvSpPr>
        <p:spPr>
          <a:xfrm>
            <a:off x="10422803" y="6418319"/>
            <a:ext cx="2262188" cy="7096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B3A40C12-3BAE-2796-6703-C1E5AD2A387C}"/>
              </a:ext>
            </a:extLst>
          </p:cNvPr>
          <p:cNvCxnSpPr>
            <a:cxnSpLocks/>
            <a:stCxn id="31" idx="2"/>
            <a:endCxn id="21" idx="3"/>
          </p:cNvCxnSpPr>
          <p:nvPr/>
        </p:nvCxnSpPr>
        <p:spPr>
          <a:xfrm flipH="1">
            <a:off x="12684991" y="6773125"/>
            <a:ext cx="1133155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流程圖: 接點 26">
            <a:extLst>
              <a:ext uri="{FF2B5EF4-FFF2-40B4-BE49-F238E27FC236}">
                <a16:creationId xmlns:a16="http://schemas.microsoft.com/office/drawing/2014/main" id="{5A1CF646-148B-9C7F-4F6F-C726871BC4C6}"/>
              </a:ext>
            </a:extLst>
          </p:cNvPr>
          <p:cNvSpPr/>
          <p:nvPr/>
        </p:nvSpPr>
        <p:spPr>
          <a:xfrm>
            <a:off x="10066523" y="157003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1" name="流程圖: 接點 30">
            <a:extLst>
              <a:ext uri="{FF2B5EF4-FFF2-40B4-BE49-F238E27FC236}">
                <a16:creationId xmlns:a16="http://schemas.microsoft.com/office/drawing/2014/main" id="{0188325A-3CB8-09E2-A682-08A626AE91CB}"/>
              </a:ext>
            </a:extLst>
          </p:cNvPr>
          <p:cNvSpPr/>
          <p:nvPr/>
        </p:nvSpPr>
        <p:spPr>
          <a:xfrm>
            <a:off x="13818146" y="63159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AB3059B7-F99A-8C8A-B038-991905158BD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127479" y="8246157"/>
            <a:ext cx="15015575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切換 </a:t>
            </a:r>
            <a:r>
              <a:rPr lang="en-US" altLang="zh-TW" dirty="0"/>
              <a:t>Generate Features</a:t>
            </a:r>
            <a:r>
              <a:rPr lang="zh-TW" altLang="en-US" dirty="0"/>
              <a:t> 分頁</a:t>
            </a:r>
            <a:r>
              <a:rPr lang="en-US" altLang="zh-TW" sz="3200" dirty="0">
                <a:solidFill>
                  <a:srgbClr val="000000"/>
                </a:solidFill>
                <a:sym typeface="Noto Sans T Chinese"/>
              </a:rPr>
              <a:t> →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在</a:t>
            </a:r>
            <a:r>
              <a:rPr lang="en-US" altLang="zh-TW" sz="3200" dirty="0">
                <a:solidFill>
                  <a:srgbClr val="000000"/>
                </a:solidFill>
                <a:sym typeface="Noto Sans T Chinese"/>
              </a:rPr>
              <a:t>Normalize features</a:t>
            </a:r>
            <a:r>
              <a:rPr lang="zh-TW" altLang="en-US" sz="3200" dirty="0">
                <a:solidFill>
                  <a:srgbClr val="000000"/>
                </a:solidFill>
                <a:sym typeface="Noto Sans T Chinese"/>
              </a:rPr>
              <a:t> 選擇</a:t>
            </a:r>
            <a:r>
              <a:rPr lang="en-US" altLang="zh-TW" dirty="0">
                <a:solidFill>
                  <a:srgbClr val="FF0000"/>
                </a:solidFill>
              </a:rPr>
              <a:t>Normalize using scikit-</a:t>
            </a:r>
            <a:r>
              <a:rPr lang="en-US" altLang="zh-TW" dirty="0" err="1">
                <a:solidFill>
                  <a:srgbClr val="FF0000"/>
                </a:solidFill>
              </a:rPr>
              <a:t>learn‘s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err="1">
                <a:solidFill>
                  <a:srgbClr val="FF0000"/>
                </a:solidFill>
              </a:rPr>
              <a:t>StandardScaler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點擊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Generate Features</a:t>
            </a:r>
            <a:r>
              <a:rPr lang="zh-TW" altLang="en-US" dirty="0">
                <a:solidFill>
                  <a:srgbClr val="FF0000"/>
                </a:solidFill>
                <a:sym typeface="Noto Sans T Chinese"/>
              </a:rPr>
              <a:t>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按鈕開始計算所有訓練樣本的特徵值，並以立體空間可視化結果來呈現資料分佈狀態。</a:t>
            </a:r>
            <a:endParaRPr lang="en-US" altLang="zh-TW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A2D59BD-316B-60AB-BBC3-BF130795B064}"/>
              </a:ext>
            </a:extLst>
          </p:cNvPr>
          <p:cNvSpPr/>
          <p:nvPr/>
        </p:nvSpPr>
        <p:spPr>
          <a:xfrm>
            <a:off x="8935429" y="5455489"/>
            <a:ext cx="3749562" cy="6080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B3B5E37-3291-209D-609A-BD7CDEFE75D8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12684991" y="5746800"/>
            <a:ext cx="1133155" cy="127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流程圖: 接點 25">
            <a:extLst>
              <a:ext uri="{FF2B5EF4-FFF2-40B4-BE49-F238E27FC236}">
                <a16:creationId xmlns:a16="http://schemas.microsoft.com/office/drawing/2014/main" id="{2DABFE1F-B08E-7888-AE26-E6D97F018AC2}"/>
              </a:ext>
            </a:extLst>
          </p:cNvPr>
          <p:cNvSpPr/>
          <p:nvPr/>
        </p:nvSpPr>
        <p:spPr>
          <a:xfrm>
            <a:off x="13818146" y="53253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1201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693D8-241D-C6F4-EA7B-5413180E7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E03077A-99EB-BB51-CAE8-632C01CD2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姿態特徵預處理 </a:t>
            </a:r>
            <a:r>
              <a:rPr lang="en-US" altLang="zh-TW" dirty="0"/>
              <a:t>(4/4)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DD005B-8B35-7823-3FDC-101B5776D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69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51E891F-178E-F9A1-321B-B75FCF84F2FB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11324AE0-DC58-6796-59BB-7813354899A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1" y="8499578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>
                <a:solidFill>
                  <a:srgbClr val="000000"/>
                </a:solidFill>
                <a:cs typeface="Noto Sans T Chinese"/>
              </a:rPr>
              <a:t>如果</a:t>
            </a:r>
            <a:r>
              <a:rPr lang="zh-TW" altLang="en-US" dirty="0"/>
              <a:t>各分類自己本身（相同顏色點）越群聚，且不同分類越分開，表示資料很容易分割，可以得到較好的分類效果。反之，則要重新處理資料集收集及建置問題。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7B99F47-27F3-A14F-F01C-CA7FE7D3C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573" y="1866900"/>
            <a:ext cx="8169827" cy="634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22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50C80-C9F1-8E29-396A-E69C027F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78BAF16-9C6C-CD14-B67E-F0497F3A5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909" y="2520045"/>
            <a:ext cx="13861013" cy="511356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D64E4F-B105-9453-F50D-AA77C5AF4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70</a:t>
            </a:fld>
            <a:endParaRPr kumimoji="1" lang="zh-TW" altLang="en-US"/>
          </a:p>
        </p:txBody>
      </p:sp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5181784-3EF7-2A5A-FDB3-0D52EA94280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Image</a:t>
            </a:r>
            <a:r>
              <a:rPr lang="zh-TW" altLang="en-US" dirty="0"/>
              <a:t>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AB89953-EB9C-14CF-9134-0DE27770D5E9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21DFAAD-D80C-D8F8-72D0-7FD918831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515" y="5096328"/>
            <a:ext cx="2443285" cy="1676400"/>
          </a:xfrm>
          <a:prstGeom prst="rect">
            <a:avLst/>
          </a:prstGeom>
          <a:ln w="5715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37" name="群組 36">
            <a:extLst>
              <a:ext uri="{FF2B5EF4-FFF2-40B4-BE49-F238E27FC236}">
                <a16:creationId xmlns:a16="http://schemas.microsoft.com/office/drawing/2014/main" id="{A0C5B9AF-3958-17F9-3098-95AE0341EC76}"/>
              </a:ext>
            </a:extLst>
          </p:cNvPr>
          <p:cNvGrpSpPr/>
          <p:nvPr/>
        </p:nvGrpSpPr>
        <p:grpSpPr>
          <a:xfrm>
            <a:off x="2276475" y="5076825"/>
            <a:ext cx="7934659" cy="1727472"/>
            <a:chOff x="2209800" y="5143500"/>
            <a:chExt cx="7934659" cy="1727472"/>
          </a:xfrm>
        </p:grpSpPr>
        <p:sp>
          <p:nvSpPr>
            <p:cNvPr id="17" name="手繪多邊形: 圖案 16">
              <a:extLst>
                <a:ext uri="{FF2B5EF4-FFF2-40B4-BE49-F238E27FC236}">
                  <a16:creationId xmlns:a16="http://schemas.microsoft.com/office/drawing/2014/main" id="{E67AFF29-BD14-BA62-3D49-0931E132BCAE}"/>
                </a:ext>
              </a:extLst>
            </p:cNvPr>
            <p:cNvSpPr/>
            <p:nvPr/>
          </p:nvSpPr>
          <p:spPr>
            <a:xfrm>
              <a:off x="3841329" y="5157186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C90A58FB-F89A-3AF7-7DB1-8FDA402DD22C}"/>
                </a:ext>
              </a:extLst>
            </p:cNvPr>
            <p:cNvGrpSpPr/>
            <p:nvPr/>
          </p:nvGrpSpPr>
          <p:grpSpPr>
            <a:xfrm>
              <a:off x="2209800" y="5143500"/>
              <a:ext cx="7934659" cy="1727472"/>
              <a:chOff x="2209800" y="5143500"/>
              <a:chExt cx="7934659" cy="1727472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34E86B3C-F1C5-4313-86EC-2DA950477D32}"/>
                  </a:ext>
                </a:extLst>
              </p:cNvPr>
              <p:cNvSpPr/>
              <p:nvPr/>
            </p:nvSpPr>
            <p:spPr>
              <a:xfrm>
                <a:off x="2209800" y="5143500"/>
                <a:ext cx="1631529" cy="328224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066101D-5E7C-EFFC-4A2A-F77C77DEEB73}"/>
                  </a:ext>
                </a:extLst>
              </p:cNvPr>
              <p:cNvSpPr/>
              <p:nvPr/>
            </p:nvSpPr>
            <p:spPr>
              <a:xfrm>
                <a:off x="6314633" y="6280211"/>
                <a:ext cx="2167698" cy="45720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u="sng" dirty="0"/>
              </a:p>
            </p:txBody>
          </p:sp>
          <p:cxnSp>
            <p:nvCxnSpPr>
              <p:cNvPr id="20" name="直線單箭頭接點 19">
                <a:extLst>
                  <a:ext uri="{FF2B5EF4-FFF2-40B4-BE49-F238E27FC236}">
                    <a16:creationId xmlns:a16="http://schemas.microsoft.com/office/drawing/2014/main" id="{358138E7-FC1F-E299-AA9C-08D91A7BDDA5}"/>
                  </a:ext>
                </a:extLst>
              </p:cNvPr>
              <p:cNvCxnSpPr>
                <a:cxnSpLocks/>
                <a:endCxn id="19" idx="3"/>
              </p:cNvCxnSpPr>
              <p:nvPr/>
            </p:nvCxnSpPr>
            <p:spPr>
              <a:xfrm flipH="1">
                <a:off x="8482331" y="6508812"/>
                <a:ext cx="1662128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群組 20">
                <a:extLst>
                  <a:ext uri="{FF2B5EF4-FFF2-40B4-BE49-F238E27FC236}">
                    <a16:creationId xmlns:a16="http://schemas.microsoft.com/office/drawing/2014/main" id="{6A0B7913-BFD9-CC8F-3A2A-99A9DD0A4E70}"/>
                  </a:ext>
                </a:extLst>
              </p:cNvPr>
              <p:cNvGrpSpPr/>
              <p:nvPr/>
            </p:nvGrpSpPr>
            <p:grpSpPr>
              <a:xfrm>
                <a:off x="3854502" y="5143500"/>
                <a:ext cx="2325593" cy="1727472"/>
                <a:chOff x="3861437" y="3727178"/>
                <a:chExt cx="2325593" cy="1727472"/>
              </a:xfrm>
            </p:grpSpPr>
            <p:cxnSp>
              <p:nvCxnSpPr>
                <p:cNvPr id="22" name="直線接點 21">
                  <a:extLst>
                    <a:ext uri="{FF2B5EF4-FFF2-40B4-BE49-F238E27FC236}">
                      <a16:creationId xmlns:a16="http://schemas.microsoft.com/office/drawing/2014/main" id="{EBBE6EBD-754D-F16E-E538-7994F95FDF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1437" y="3727178"/>
                  <a:ext cx="2325593" cy="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9D35B18B-6997-C3DF-7A59-9BD20F00FB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7150" y="4025900"/>
                  <a:ext cx="2305050" cy="1428750"/>
                </a:xfrm>
                <a:prstGeom prst="line">
                  <a:avLst/>
                </a:prstGeom>
                <a:ln w="762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1" name="標題 2">
            <a:extLst>
              <a:ext uri="{FF2B5EF4-FFF2-40B4-BE49-F238E27FC236}">
                <a16:creationId xmlns:a16="http://schemas.microsoft.com/office/drawing/2014/main" id="{C3BB5AC4-7A00-78DB-3144-5C9692F4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8"/>
          </a:xfrm>
        </p:spPr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(1/3)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04857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AC8E1-1F5C-4FFF-4D2D-C97D3B9FD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1F45B28-0C07-850A-4836-772AAA0EA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ED28A7-B501-5F2F-680A-3410BA32D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71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28C3BBD-8CB7-CA80-C3A7-F9CFB3ED54C9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6A38861D-7F05-4E88-5383-EBCC9FCDEDA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39157" y="8301431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如果訓練後精確度不高、混淆矩陣表現不佳，那就可以調整這些參數或改變模型的結構來改善</a:t>
            </a:r>
            <a:r>
              <a:rPr lang="en-US" altLang="zh-TW" dirty="0"/>
              <a:t>(</a:t>
            </a:r>
            <a:r>
              <a:rPr lang="zh-TW" altLang="en-US" dirty="0"/>
              <a:t>建議每次修改只更新某一參數</a:t>
            </a:r>
            <a:r>
              <a:rPr lang="en-US" altLang="zh-TW" dirty="0"/>
              <a:t>)</a:t>
            </a:r>
            <a:r>
              <a:rPr lang="zh-TW" altLang="en-US" dirty="0"/>
              <a:t>。此外，務必勾選 </a:t>
            </a:r>
            <a:r>
              <a:rPr lang="en-US" altLang="zh-TW" dirty="0">
                <a:solidFill>
                  <a:srgbClr val="FF0000"/>
                </a:solidFill>
              </a:rPr>
              <a:t>int8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FF0000"/>
                </a:solidFill>
              </a:rPr>
              <a:t>量化</a:t>
            </a:r>
            <a:r>
              <a:rPr lang="zh-TW" altLang="en-US" dirty="0"/>
              <a:t>選項。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DFBEB-29F0-3A39-8362-0CA41F6EA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316" y="2535896"/>
            <a:ext cx="10571368" cy="521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4519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AE8AD-8870-E323-37CF-D75B50876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034FA63C-26C9-CCAD-4D98-8B6570F3B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547325"/>
            <a:ext cx="7630590" cy="5534797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7BFC5542-A63B-BBFE-0131-2108C3614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神經網路設定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942699-E51A-63A1-BE72-6861DE112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72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E063B31-D38A-0652-89A5-726276CC8F25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14FFC414-C367-11A1-D37F-FCADAB3D6D3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</a:t>
            </a:r>
            <a:r>
              <a:rPr lang="en-US" altLang="zh-TW" dirty="0"/>
              <a:t>Save &amp; train</a:t>
            </a:r>
            <a:r>
              <a:rPr lang="zh-TW" altLang="en-US" dirty="0"/>
              <a:t> 進行訓練，就能得到精確度、損失值、混淆矩陣及部署到裝置後的資源消耗。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2B3DC1FD-9743-8B2D-9DD0-54FB113E20C5}"/>
              </a:ext>
            </a:extLst>
          </p:cNvPr>
          <p:cNvGrpSpPr/>
          <p:nvPr/>
        </p:nvGrpSpPr>
        <p:grpSpPr>
          <a:xfrm>
            <a:off x="10843706" y="7591696"/>
            <a:ext cx="3352800" cy="459583"/>
            <a:chOff x="9596436" y="7824787"/>
            <a:chExt cx="2595564" cy="45958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5CAECD0-701B-EFCA-59C9-CEA4846C88D4}"/>
                </a:ext>
              </a:extLst>
            </p:cNvPr>
            <p:cNvSpPr/>
            <p:nvPr/>
          </p:nvSpPr>
          <p:spPr>
            <a:xfrm>
              <a:off x="9596436" y="7824787"/>
              <a:ext cx="1376364" cy="459583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2E7E0807-85E4-B59D-6BD1-06FB6D02CB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72800" y="8039100"/>
              <a:ext cx="12192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46985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D4A6C-F98A-20AA-5057-2E14F285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54D564F-99D1-CDC1-C189-49C632B32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484" y="990005"/>
            <a:ext cx="7662166" cy="7499717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BBCC8A31-A986-C0FA-D6D2-6FE08062B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456" y="-208702"/>
            <a:ext cx="13830300" cy="1989137"/>
          </a:xfrm>
        </p:spPr>
        <p:txBody>
          <a:bodyPr/>
          <a:lstStyle/>
          <a:p>
            <a:r>
              <a:rPr lang="zh-TW" altLang="en-US" dirty="0"/>
              <a:t>模型訓練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C9A142-6B47-BBE8-85BA-4F985CD5B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73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DB8FF22-F724-D852-6B2E-FAFB91570BCA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30F6C0E3-11BB-84DB-872A-F2DFAAB7345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模型訓練結果顯示成功率達 </a:t>
            </a:r>
            <a:r>
              <a:rPr lang="en-US" altLang="zh-TW" dirty="0"/>
              <a:t>95%</a:t>
            </a:r>
            <a:r>
              <a:rPr lang="zh-TW" altLang="en-US" dirty="0"/>
              <a:t>，損失率 </a:t>
            </a:r>
            <a:r>
              <a:rPr lang="en-US" altLang="zh-TW" dirty="0"/>
              <a:t>0.16</a:t>
            </a:r>
            <a:r>
              <a:rPr lang="zh-TW" altLang="en-US" dirty="0"/>
              <a:t>，表現優異。通常，成功率超過 </a:t>
            </a:r>
            <a:r>
              <a:rPr lang="en-US" altLang="zh-TW" dirty="0"/>
              <a:t>80%</a:t>
            </a:r>
            <a:r>
              <a:rPr lang="zh-TW" altLang="en-US" dirty="0"/>
              <a:t>且損失率較低，即可視為模型穩定且具備良好泛化能力，有助於實際應用。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0E04B36-A8C3-65A7-9565-947F991B50C9}"/>
              </a:ext>
            </a:extLst>
          </p:cNvPr>
          <p:cNvSpPr/>
          <p:nvPr/>
        </p:nvSpPr>
        <p:spPr>
          <a:xfrm>
            <a:off x="5525757" y="1676399"/>
            <a:ext cx="1172223" cy="42703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9F0008-26FD-D31A-448A-72A53B727F1A}"/>
              </a:ext>
            </a:extLst>
          </p:cNvPr>
          <p:cNvSpPr/>
          <p:nvPr/>
        </p:nvSpPr>
        <p:spPr>
          <a:xfrm>
            <a:off x="8991600" y="1676400"/>
            <a:ext cx="1172223" cy="42703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D779AA4C-3CD8-CDBB-5A25-8A12D5D321A3}"/>
              </a:ext>
            </a:extLst>
          </p:cNvPr>
          <p:cNvCxnSpPr>
            <a:cxnSpLocks/>
            <a:stCxn id="22" idx="1"/>
            <a:endCxn id="15" idx="3"/>
          </p:cNvCxnSpPr>
          <p:nvPr/>
        </p:nvCxnSpPr>
        <p:spPr>
          <a:xfrm flipH="1">
            <a:off x="6697980" y="1889918"/>
            <a:ext cx="53783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5D2A11DA-1AD6-A5F3-0253-BC14549FCB78}"/>
              </a:ext>
            </a:extLst>
          </p:cNvPr>
          <p:cNvSpPr/>
          <p:nvPr/>
        </p:nvSpPr>
        <p:spPr>
          <a:xfrm>
            <a:off x="7235818" y="1676399"/>
            <a:ext cx="1172224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成功率</a:t>
            </a:r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A1152405-334A-08E3-53E4-CB6BC70596F0}"/>
              </a:ext>
            </a:extLst>
          </p:cNvPr>
          <p:cNvCxnSpPr>
            <a:cxnSpLocks/>
            <a:stCxn id="26" idx="1"/>
            <a:endCxn id="17" idx="3"/>
          </p:cNvCxnSpPr>
          <p:nvPr/>
        </p:nvCxnSpPr>
        <p:spPr>
          <a:xfrm flipH="1">
            <a:off x="10163823" y="1889918"/>
            <a:ext cx="537839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43280CE6-FD00-97F7-8FB5-D24DDE351384}"/>
              </a:ext>
            </a:extLst>
          </p:cNvPr>
          <p:cNvSpPr/>
          <p:nvPr/>
        </p:nvSpPr>
        <p:spPr>
          <a:xfrm>
            <a:off x="10701662" y="1676399"/>
            <a:ext cx="1172224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損失率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4B0C6C-2F72-46FF-1CD1-FDE68E0DC6FB}"/>
              </a:ext>
            </a:extLst>
          </p:cNvPr>
          <p:cNvSpPr/>
          <p:nvPr/>
        </p:nvSpPr>
        <p:spPr>
          <a:xfrm>
            <a:off x="5525756" y="2188031"/>
            <a:ext cx="7236485" cy="173615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CF403F36-B07E-E9E4-2621-8D2DE0FD4FF8}"/>
              </a:ext>
            </a:extLst>
          </p:cNvPr>
          <p:cNvCxnSpPr>
            <a:cxnSpLocks/>
            <a:stCxn id="39" idx="1"/>
            <a:endCxn id="29" idx="3"/>
          </p:cNvCxnSpPr>
          <p:nvPr/>
        </p:nvCxnSpPr>
        <p:spPr>
          <a:xfrm flipH="1" flipV="1">
            <a:off x="12762241" y="3056109"/>
            <a:ext cx="598338" cy="2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7FC158C3-4E17-1735-1708-C552A734D6CA}"/>
              </a:ext>
            </a:extLst>
          </p:cNvPr>
          <p:cNvSpPr/>
          <p:nvPr/>
        </p:nvSpPr>
        <p:spPr>
          <a:xfrm>
            <a:off x="13360579" y="2845353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混淆矩陣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DBD624F-D3EF-EFE3-3DF2-9566E03F6FE9}"/>
              </a:ext>
            </a:extLst>
          </p:cNvPr>
          <p:cNvSpPr/>
          <p:nvPr/>
        </p:nvSpPr>
        <p:spPr>
          <a:xfrm>
            <a:off x="5525755" y="3946641"/>
            <a:ext cx="7236485" cy="1431468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E36317E3-4042-1675-A326-F2794F1F8E4D}"/>
              </a:ext>
            </a:extLst>
          </p:cNvPr>
          <p:cNvCxnSpPr>
            <a:cxnSpLocks/>
            <a:stCxn id="49" idx="1"/>
            <a:endCxn id="47" idx="3"/>
          </p:cNvCxnSpPr>
          <p:nvPr/>
        </p:nvCxnSpPr>
        <p:spPr>
          <a:xfrm flipH="1">
            <a:off x="12762240" y="4662375"/>
            <a:ext cx="62011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A5B3457A-ADF3-E0BE-068C-5D15FE09546D}"/>
              </a:ext>
            </a:extLst>
          </p:cNvPr>
          <p:cNvSpPr/>
          <p:nvPr/>
        </p:nvSpPr>
        <p:spPr>
          <a:xfrm>
            <a:off x="13382350" y="4448856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各項指標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6771C03-700F-64EF-713B-2AA28E61B27C}"/>
              </a:ext>
            </a:extLst>
          </p:cNvPr>
          <p:cNvSpPr/>
          <p:nvPr/>
        </p:nvSpPr>
        <p:spPr>
          <a:xfrm>
            <a:off x="5525755" y="5389706"/>
            <a:ext cx="7236485" cy="227678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CF4BC2F4-46A4-AD2C-F2B2-953EA4F2CA23}"/>
              </a:ext>
            </a:extLst>
          </p:cNvPr>
          <p:cNvCxnSpPr>
            <a:cxnSpLocks/>
            <a:stCxn id="55" idx="1"/>
            <a:endCxn id="53" idx="3"/>
          </p:cNvCxnSpPr>
          <p:nvPr/>
        </p:nvCxnSpPr>
        <p:spPr>
          <a:xfrm flipH="1" flipV="1">
            <a:off x="12762240" y="6528100"/>
            <a:ext cx="620110" cy="456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ECBA5E89-2F82-C4B4-880B-636396791CE1}"/>
              </a:ext>
            </a:extLst>
          </p:cNvPr>
          <p:cNvSpPr/>
          <p:nvPr/>
        </p:nvSpPr>
        <p:spPr>
          <a:xfrm>
            <a:off x="13382350" y="6319143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特徵分佈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4228DC0-048E-6CE4-A5F6-D6570739D57F}"/>
              </a:ext>
            </a:extLst>
          </p:cNvPr>
          <p:cNvSpPr/>
          <p:nvPr/>
        </p:nvSpPr>
        <p:spPr>
          <a:xfrm>
            <a:off x="5525754" y="7742693"/>
            <a:ext cx="7236485" cy="78694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 dirty="0"/>
          </a:p>
        </p:txBody>
      </p: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620618BF-7A21-8CB0-022D-D4FC6E92E5B3}"/>
              </a:ext>
            </a:extLst>
          </p:cNvPr>
          <p:cNvCxnSpPr>
            <a:cxnSpLocks/>
            <a:stCxn id="66" idx="1"/>
            <a:endCxn id="64" idx="3"/>
          </p:cNvCxnSpPr>
          <p:nvPr/>
        </p:nvCxnSpPr>
        <p:spPr>
          <a:xfrm flipH="1">
            <a:off x="12762239" y="8136165"/>
            <a:ext cx="620111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030D6CEC-6680-0BBC-2449-8C4E940C4448}"/>
              </a:ext>
            </a:extLst>
          </p:cNvPr>
          <p:cNvSpPr/>
          <p:nvPr/>
        </p:nvSpPr>
        <p:spPr>
          <a:xfrm>
            <a:off x="13382350" y="7922646"/>
            <a:ext cx="1520192" cy="427038"/>
          </a:xfrm>
          <a:prstGeom prst="rect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資源消耗</a:t>
            </a:r>
          </a:p>
        </p:txBody>
      </p:sp>
    </p:spTree>
    <p:extLst>
      <p:ext uri="{BB962C8B-B14F-4D97-AF65-F5344CB8AC3E}">
        <p14:creationId xmlns:p14="http://schemas.microsoft.com/office/powerpoint/2010/main" val="3458587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CCA9E-0850-74B9-EE0C-62DBBC34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32B8FF6-D2CB-7094-78FD-B5DBE59E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下載模型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E64B6D-A108-E98A-C252-1EF49FEB9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74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1E7CDB9-AB09-7904-0AA4-B97C6D7A1BF0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D42360E8-3951-02AF-5E83-22491D6F19F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點擊側邊欄中的 </a:t>
            </a:r>
            <a:r>
              <a:rPr lang="en-US" altLang="zh-TW" dirty="0"/>
              <a:t>Deployment</a:t>
            </a:r>
            <a:r>
              <a:rPr lang="zh-TW" altLang="en-US" dirty="0"/>
              <a:t>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FEAD8C8-A850-92AA-8881-2C1E51146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770" y="1954305"/>
            <a:ext cx="14032459" cy="6378390"/>
          </a:xfrm>
          <a:prstGeom prst="rect">
            <a:avLst/>
          </a:prstGeom>
        </p:spPr>
      </p:pic>
      <p:grpSp>
        <p:nvGrpSpPr>
          <p:cNvPr id="19" name="群組 18">
            <a:extLst>
              <a:ext uri="{FF2B5EF4-FFF2-40B4-BE49-F238E27FC236}">
                <a16:creationId xmlns:a16="http://schemas.microsoft.com/office/drawing/2014/main" id="{AB1EE533-634C-0FBE-0E83-A5D199B297E5}"/>
              </a:ext>
            </a:extLst>
          </p:cNvPr>
          <p:cNvGrpSpPr/>
          <p:nvPr/>
        </p:nvGrpSpPr>
        <p:grpSpPr>
          <a:xfrm>
            <a:off x="2286000" y="6821796"/>
            <a:ext cx="7944626" cy="1707843"/>
            <a:chOff x="2286000" y="6821796"/>
            <a:chExt cx="7944626" cy="1707843"/>
          </a:xfrm>
        </p:grpSpPr>
        <p:sp>
          <p:nvSpPr>
            <p:cNvPr id="8" name="手繪多邊形: 圖案 7">
              <a:extLst>
                <a:ext uri="{FF2B5EF4-FFF2-40B4-BE49-F238E27FC236}">
                  <a16:creationId xmlns:a16="http://schemas.microsoft.com/office/drawing/2014/main" id="{471EC2B0-88D2-7C9F-E56F-B0BA8379E729}"/>
                </a:ext>
              </a:extLst>
            </p:cNvPr>
            <p:cNvSpPr/>
            <p:nvPr/>
          </p:nvSpPr>
          <p:spPr>
            <a:xfrm>
              <a:off x="3917950" y="6833220"/>
              <a:ext cx="2295156" cy="1696419"/>
            </a:xfrm>
            <a:custGeom>
              <a:avLst/>
              <a:gdLst>
                <a:gd name="connsiteX0" fmla="*/ 0 w 3854824"/>
                <a:gd name="connsiteY0" fmla="*/ 35859 h 2707341"/>
                <a:gd name="connsiteX1" fmla="*/ 3854824 w 3854824"/>
                <a:gd name="connsiteY1" fmla="*/ 0 h 2707341"/>
                <a:gd name="connsiteX2" fmla="*/ 3854824 w 3854824"/>
                <a:gd name="connsiteY2" fmla="*/ 2707341 h 2707341"/>
                <a:gd name="connsiteX3" fmla="*/ 0 w 3854824"/>
                <a:gd name="connsiteY3" fmla="*/ 394447 h 2707341"/>
                <a:gd name="connsiteX4" fmla="*/ 0 w 3854824"/>
                <a:gd name="connsiteY4" fmla="*/ 35859 h 27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4824" h="2707341">
                  <a:moveTo>
                    <a:pt x="0" y="35859"/>
                  </a:moveTo>
                  <a:lnTo>
                    <a:pt x="3854824" y="0"/>
                  </a:lnTo>
                  <a:lnTo>
                    <a:pt x="3854824" y="2707341"/>
                  </a:lnTo>
                  <a:lnTo>
                    <a:pt x="0" y="394447"/>
                  </a:lnTo>
                  <a:lnTo>
                    <a:pt x="0" y="35859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173AB26-6E3C-07E6-AE2E-762A5BF83DE5}"/>
                </a:ext>
              </a:extLst>
            </p:cNvPr>
            <p:cNvSpPr/>
            <p:nvPr/>
          </p:nvSpPr>
          <p:spPr>
            <a:xfrm>
              <a:off x="2286000" y="6821796"/>
              <a:ext cx="1631529" cy="32822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/>
            </a:p>
          </p:txBody>
        </p:sp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89C1BF5D-E263-A3A2-17B5-BA33A0685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7132" y="6857143"/>
              <a:ext cx="2971658" cy="1627952"/>
            </a:xfrm>
            <a:prstGeom prst="rect">
              <a:avLst/>
            </a:prstGeom>
            <a:ln w="76200">
              <a:solidFill>
                <a:srgbClr val="FF0000"/>
              </a:solidFill>
            </a:ln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40A47EC-4F32-CBA2-24F2-6BFCA505FE9E}"/>
                </a:ext>
              </a:extLst>
            </p:cNvPr>
            <p:cNvSpPr/>
            <p:nvPr/>
          </p:nvSpPr>
          <p:spPr>
            <a:xfrm>
              <a:off x="6705600" y="7951694"/>
              <a:ext cx="1862898" cy="4572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u="sng" dirty="0"/>
            </a:p>
          </p:txBody>
        </p: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A0ADAD49-069C-F77D-EC2F-B7027B9305D1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H="1">
              <a:off x="8568498" y="8180295"/>
              <a:ext cx="166212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FC39288E-BDCA-0323-0232-777912785AE5}"/>
              </a:ext>
            </a:extLst>
          </p:cNvPr>
          <p:cNvCxnSpPr>
            <a:cxnSpLocks/>
          </p:cNvCxnSpPr>
          <p:nvPr/>
        </p:nvCxnSpPr>
        <p:spPr>
          <a:xfrm>
            <a:off x="3930702" y="6821796"/>
            <a:ext cx="232559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C653A5A3-1EAE-C875-7FE1-1813124CC8D7}"/>
              </a:ext>
            </a:extLst>
          </p:cNvPr>
          <p:cNvCxnSpPr>
            <a:cxnSpLocks/>
          </p:cNvCxnSpPr>
          <p:nvPr/>
        </p:nvCxnSpPr>
        <p:spPr>
          <a:xfrm>
            <a:off x="3936206" y="7133740"/>
            <a:ext cx="2289969" cy="139303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4637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3746D-8B07-B5FA-B84B-99573F0BD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CB23330-06D4-53CC-FAC2-66199C2E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下載模型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956631-8DCE-B3D9-ED5E-0FAE9A2839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75</a:t>
            </a:fld>
            <a:endParaRPr kumimoji="1" lang="zh-TW" altLang="en-US"/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34312C6-276D-F455-46CF-90E6B41B84BB}"/>
              </a:ext>
            </a:extLst>
          </p:cNvPr>
          <p:cNvSpPr txBox="1">
            <a:spLocks/>
          </p:cNvSpPr>
          <p:nvPr/>
        </p:nvSpPr>
        <p:spPr>
          <a:xfrm>
            <a:off x="1427713" y="87582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38" name="內容版面配置區 4">
            <a:extLst>
              <a:ext uri="{FF2B5EF4-FFF2-40B4-BE49-F238E27FC236}">
                <a16:creationId xmlns:a16="http://schemas.microsoft.com/office/drawing/2014/main" id="{D7E0CAF6-62B1-6546-7A4D-DA2EC872A46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選擇 </a:t>
            </a:r>
            <a:r>
              <a:rPr lang="en-US" altLang="zh-TW" dirty="0"/>
              <a:t>Open CMSIS pack </a:t>
            </a:r>
            <a:r>
              <a:rPr lang="zh-TW" altLang="en-US" dirty="0"/>
              <a:t>選項。</a:t>
            </a:r>
            <a:br>
              <a:rPr lang="en-US" altLang="zh-TW" dirty="0"/>
            </a:br>
            <a:r>
              <a:rPr lang="zh-TW" altLang="en-US" dirty="0"/>
              <a:t>並點擊下方 </a:t>
            </a:r>
            <a:r>
              <a:rPr lang="en-US" altLang="zh-TW" dirty="0"/>
              <a:t>Build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DBEAD01-4F54-902D-BC99-4F24F14D63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46" t="10577" r="34796"/>
          <a:stretch>
            <a:fillRect/>
          </a:stretch>
        </p:blipFill>
        <p:spPr>
          <a:xfrm>
            <a:off x="5130800" y="1878284"/>
            <a:ext cx="8026400" cy="653043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393124D-4ABF-DF48-836F-A64B84FFEDA1}"/>
              </a:ext>
            </a:extLst>
          </p:cNvPr>
          <p:cNvSpPr/>
          <p:nvPr/>
        </p:nvSpPr>
        <p:spPr>
          <a:xfrm>
            <a:off x="5257800" y="3314700"/>
            <a:ext cx="7772400" cy="1066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u="sng"/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4CB4E597-DDBA-0461-20D8-87BAFB1AE645}"/>
              </a:ext>
            </a:extLst>
          </p:cNvPr>
          <p:cNvCxnSpPr>
            <a:cxnSpLocks/>
          </p:cNvCxnSpPr>
          <p:nvPr/>
        </p:nvCxnSpPr>
        <p:spPr>
          <a:xfrm flipH="1">
            <a:off x="13030200" y="3848100"/>
            <a:ext cx="990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1249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F878E-8C60-9E2E-BEEE-41E4C6F3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7F09FA-DDCB-27E5-4A32-A1C77984A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76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756A8E1-25C6-6B6D-470C-8384D3600FF8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890C72B1-4F48-89EF-BDC6-12BAC6730EBB}"/>
              </a:ext>
            </a:extLst>
          </p:cNvPr>
          <p:cNvSpPr txBox="1"/>
          <p:nvPr/>
        </p:nvSpPr>
        <p:spPr>
          <a:xfrm>
            <a:off x="2690998" y="3779696"/>
            <a:ext cx="12906003" cy="4138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Start  Recognition</a:t>
            </a:r>
            <a:b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MP Core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37468263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4ECEF9E-EF27-4E84-769E-2F9785EE2FD7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pPr marL="0" indent="817200" algn="just">
              <a:buNone/>
            </a:pPr>
            <a:r>
              <a:rPr lang="zh-TW" altLang="en-US" dirty="0">
                <a:latin typeface="Times New Roman" panose="02020603050405020304" pitchFamily="18" charset="0"/>
              </a:rPr>
              <a:t>在使用</a:t>
            </a:r>
            <a:r>
              <a:rPr lang="en-US" altLang="zh-TW" dirty="0">
                <a:latin typeface="Times New Roman" panose="02020603050405020304" pitchFamily="18" charset="0"/>
              </a:rPr>
              <a:t>Keil</a:t>
            </a:r>
            <a:r>
              <a:rPr lang="zh-TW" altLang="en-US" dirty="0">
                <a:latin typeface="Times New Roman" panose="02020603050405020304" pitchFamily="18" charset="0"/>
              </a:rPr>
              <a:t>編譯含有模型的程式時，因為</a:t>
            </a:r>
            <a:r>
              <a:rPr lang="en-US" altLang="zh-TW" dirty="0">
                <a:latin typeface="Times New Roman" panose="02020603050405020304" pitchFamily="18" charset="0"/>
              </a:rPr>
              <a:t>Keil MDK Lite </a:t>
            </a:r>
            <a:r>
              <a:rPr lang="zh-TW" altLang="en-US" dirty="0">
                <a:latin typeface="Times New Roman" panose="02020603050405020304" pitchFamily="18" charset="0"/>
              </a:rPr>
              <a:t>版有著程式編譯大小限制，所以在編譯時會出現</a:t>
            </a:r>
            <a:r>
              <a:rPr lang="en-US" altLang="zh-TW" dirty="0">
                <a:latin typeface="Times New Roman" panose="02020603050405020304" pitchFamily="18" charset="0"/>
              </a:rPr>
              <a:t>error</a:t>
            </a:r>
            <a:r>
              <a:rPr lang="zh-TW" altLang="en-US" dirty="0">
                <a:latin typeface="Times New Roman" panose="02020603050405020304" pitchFamily="18" charset="0"/>
              </a:rPr>
              <a:t>，解決辦法是把編譯器改成使用</a:t>
            </a:r>
            <a:r>
              <a:rPr lang="en-US" altLang="zh-TW" dirty="0">
                <a:latin typeface="Times New Roman" panose="02020603050405020304" pitchFamily="18" charset="0"/>
              </a:rPr>
              <a:t>GNU</a:t>
            </a:r>
            <a:r>
              <a:rPr lang="zh-TW" altLang="en-US" dirty="0">
                <a:latin typeface="Times New Roman" panose="02020603050405020304" pitchFamily="18" charset="0"/>
              </a:rPr>
              <a:t>來編譯就不會有程式大小限制了，以下是更改編譯器步驟。</a:t>
            </a:r>
          </a:p>
          <a:p>
            <a:pPr marL="0" indent="817200" algn="just">
              <a:buNone/>
            </a:pPr>
            <a:endParaRPr lang="en-US" altLang="zh-TW" dirty="0">
              <a:latin typeface="Times New Roman" panose="02020603050405020304" pitchFamily="18" charset="0"/>
            </a:endParaRPr>
          </a:p>
          <a:p>
            <a:pPr marL="0" indent="817200" algn="just">
              <a:buNone/>
            </a:pPr>
            <a:endParaRPr lang="en-US" altLang="zh-TW" dirty="0">
              <a:latin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0E76964-2F52-54BA-6411-2CE3E5063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/>
              <a:t>Keil </a:t>
            </a:r>
            <a:r>
              <a:rPr lang="zh-TW" altLang="en-US" dirty="0"/>
              <a:t>編譯器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C74F4F-35BE-1AAE-9E17-637FD5E7A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77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87928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2995A36-AACA-E146-05E2-CB2A563C0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下載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編譯器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8022D25-6418-F154-86B1-8988E4A2F1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78</a:t>
            </a:fld>
            <a:endParaRPr kumimoji="1" lang="zh-TW" altLang="en-US"/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C416A9A7-A09B-2424-8087-BA67AC5D62AD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817200" algn="just">
              <a:buNone/>
            </a:pPr>
            <a:r>
              <a:rPr lang="zh-TW" altLang="en-US" dirty="0"/>
              <a:t>修改編譯器首先到</a:t>
            </a:r>
            <a:r>
              <a:rPr lang="en-US" altLang="zh-TW" dirty="0"/>
              <a:t>google</a:t>
            </a:r>
            <a:r>
              <a:rPr lang="zh-TW" altLang="en-US" dirty="0"/>
              <a:t>搜尋</a:t>
            </a:r>
            <a:r>
              <a:rPr lang="en-US" altLang="zh-TW" dirty="0"/>
              <a:t>GNU Download</a:t>
            </a:r>
            <a:r>
              <a:rPr lang="zh-TW" altLang="en-US" dirty="0"/>
              <a:t>去下載</a:t>
            </a:r>
            <a:r>
              <a:rPr lang="en-US" altLang="zh-TW" dirty="0"/>
              <a:t>GNU</a:t>
            </a:r>
            <a:r>
              <a:rPr lang="zh-TW" altLang="en-US" dirty="0"/>
              <a:t>，網址如下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https://developer.arm.com/downloads/-/arm-gnu-toolchain-downloads</a:t>
            </a:r>
            <a:r>
              <a:rPr lang="en-US" altLang="zh-TW" dirty="0"/>
              <a:t>)</a:t>
            </a:r>
            <a:r>
              <a:rPr lang="zh-TW" altLang="en-US" dirty="0"/>
              <a:t>下載</a:t>
            </a:r>
            <a:r>
              <a:rPr lang="en-US" altLang="zh-TW" dirty="0"/>
              <a:t>Windows</a:t>
            </a:r>
            <a:r>
              <a:rPr lang="zh-TW" altLang="en-US" dirty="0"/>
              <a:t>版的</a:t>
            </a:r>
            <a:r>
              <a:rPr lang="en-US" altLang="zh-TW" dirty="0"/>
              <a:t>.exe </a:t>
            </a:r>
            <a:r>
              <a:rPr lang="zh-TW" altLang="en-US" dirty="0"/>
              <a:t>安裝檔。</a:t>
            </a:r>
          </a:p>
          <a:p>
            <a:pPr indent="817200"/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135A4421-1545-E88D-9E3B-7656A88A5EEC}"/>
              </a:ext>
            </a:extLst>
          </p:cNvPr>
          <p:cNvGrpSpPr/>
          <p:nvPr/>
        </p:nvGrpSpPr>
        <p:grpSpPr>
          <a:xfrm>
            <a:off x="1257298" y="2832682"/>
            <a:ext cx="15773398" cy="4920087"/>
            <a:chOff x="1257298" y="2832682"/>
            <a:chExt cx="15773398" cy="4920087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0C5FE414-DF1E-D87C-27A6-F4045992EF7C}"/>
                </a:ext>
              </a:extLst>
            </p:cNvPr>
            <p:cNvGrpSpPr/>
            <p:nvPr/>
          </p:nvGrpSpPr>
          <p:grpSpPr>
            <a:xfrm>
              <a:off x="1257298" y="2832682"/>
              <a:ext cx="15773398" cy="4920087"/>
              <a:chOff x="1257298" y="2832682"/>
              <a:chExt cx="15773398" cy="4920087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C7229ADD-61EB-55E2-CA91-D1263DF669AB}"/>
                  </a:ext>
                </a:extLst>
              </p:cNvPr>
              <p:cNvGrpSpPr/>
              <p:nvPr/>
            </p:nvGrpSpPr>
            <p:grpSpPr>
              <a:xfrm>
                <a:off x="1257298" y="2832682"/>
                <a:ext cx="15773398" cy="4920087"/>
                <a:chOff x="1257296" y="2237113"/>
                <a:chExt cx="15773398" cy="4920087"/>
              </a:xfrm>
            </p:grpSpPr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67BED4BE-BD6D-7F81-E567-26C90233BF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t="51177" r="37394" b="12059"/>
                <a:stretch/>
              </p:blipFill>
              <p:spPr bwMode="auto">
                <a:xfrm>
                  <a:off x="1257296" y="2237113"/>
                  <a:ext cx="15773398" cy="4920087"/>
                </a:xfrm>
                <a:prstGeom prst="rect">
                  <a:avLst/>
                </a:prstGeom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259E705-9DD9-5C5A-C844-DFD06E256D63}"/>
                    </a:ext>
                  </a:extLst>
                </p:cNvPr>
                <p:cNvSpPr/>
                <p:nvPr/>
              </p:nvSpPr>
              <p:spPr>
                <a:xfrm>
                  <a:off x="2895600" y="5372100"/>
                  <a:ext cx="11430000" cy="6096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BE57CAC-8DA1-B9DA-47A7-6CB1AAE0ABAE}"/>
                  </a:ext>
                </a:extLst>
              </p:cNvPr>
              <p:cNvSpPr/>
              <p:nvPr/>
            </p:nvSpPr>
            <p:spPr>
              <a:xfrm>
                <a:off x="1981200" y="3009900"/>
                <a:ext cx="8077200" cy="609600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3" name="直線單箭頭接點 2">
              <a:extLst>
                <a:ext uri="{FF2B5EF4-FFF2-40B4-BE49-F238E27FC236}">
                  <a16:creationId xmlns:a16="http://schemas.microsoft.com/office/drawing/2014/main" id="{01655E7A-F458-4855-EAF2-04EB26C753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58400" y="33147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單箭頭接點 3">
              <a:extLst>
                <a:ext uri="{FF2B5EF4-FFF2-40B4-BE49-F238E27FC236}">
                  <a16:creationId xmlns:a16="http://schemas.microsoft.com/office/drawing/2014/main" id="{DDCBEE3D-E078-54D3-2926-707726D84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25602" y="62865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193487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F1C4B3E-80F7-A877-5370-E88A3FD1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下載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編譯器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56066D0-ACEA-F8E0-ED38-9587C9047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79</a:t>
            </a:fld>
            <a:endParaRPr kumimoji="1"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02CD9A0-02D1-CB40-634E-8CB22DD529E2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817200" algn="just">
              <a:buNone/>
            </a:pPr>
            <a:r>
              <a:rPr lang="zh-TW" altLang="en-US" dirty="0"/>
              <a:t>根據安裝檔安裝 </a:t>
            </a:r>
            <a:r>
              <a:rPr lang="en-US" altLang="zh-TW" dirty="0"/>
              <a:t>GNU</a:t>
            </a:r>
            <a:r>
              <a:rPr lang="zh-TW" altLang="en-US" dirty="0"/>
              <a:t>，安裝路徑如果修改請自己要記得在哪裡，最後會有一個畫面，記得勾選 </a:t>
            </a:r>
            <a:r>
              <a:rPr lang="en-US" altLang="zh-TW" dirty="0">
                <a:solidFill>
                  <a:srgbClr val="FF0000"/>
                </a:solidFill>
              </a:rPr>
              <a:t>Add path to environment variable</a:t>
            </a:r>
            <a:r>
              <a:rPr lang="zh-TW" altLang="en-US" dirty="0"/>
              <a:t>。安裝完後會出現安裝版本資訊及網址，和 </a:t>
            </a:r>
            <a:r>
              <a:rPr lang="en-US" altLang="zh-TW" dirty="0"/>
              <a:t>CMD </a:t>
            </a:r>
            <a:r>
              <a:rPr lang="zh-TW" altLang="en-US" dirty="0"/>
              <a:t>畫面，關掉即可。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53B953B2-BC20-07E6-DFAE-1E0D14746222}"/>
              </a:ext>
            </a:extLst>
          </p:cNvPr>
          <p:cNvGrpSpPr/>
          <p:nvPr/>
        </p:nvGrpSpPr>
        <p:grpSpPr>
          <a:xfrm>
            <a:off x="4819649" y="2022107"/>
            <a:ext cx="8648700" cy="6242786"/>
            <a:chOff x="4819649" y="2022107"/>
            <a:chExt cx="8648700" cy="6242786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139BC661-31C0-F5F3-CED9-D506642CC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649" y="2022107"/>
              <a:ext cx="8648700" cy="6242786"/>
            </a:xfrm>
            <a:prstGeom prst="rect">
              <a:avLst/>
            </a:prstGeom>
            <a:noFill/>
          </p:spPr>
        </p:pic>
        <p:cxnSp>
          <p:nvCxnSpPr>
            <p:cNvPr id="3" name="直線單箭頭接點 2">
              <a:extLst>
                <a:ext uri="{FF2B5EF4-FFF2-40B4-BE49-F238E27FC236}">
                  <a16:creationId xmlns:a16="http://schemas.microsoft.com/office/drawing/2014/main" id="{C64EA7E0-05EB-99F3-3BF7-486CDD06DF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49000" y="5753100"/>
              <a:ext cx="11430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50923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CFC88-B2ED-5645-AC0A-A99C868B2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AD9AC51-D980-E199-9527-E802F775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  <a:r>
              <a:rPr lang="en-US" altLang="zh-TW" sz="6500" dirty="0"/>
              <a:t>(1/2)</a:t>
            </a:r>
            <a:endParaRPr lang="zh-TW" altLang="en-US" sz="6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40C51F-4807-BF59-CDED-3E1E2995A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80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FA0F56B-74CC-1783-1A10-D18B03F7DA98}"/>
              </a:ext>
            </a:extLst>
          </p:cNvPr>
          <p:cNvSpPr txBox="1">
            <a:spLocks/>
          </p:cNvSpPr>
          <p:nvPr/>
        </p:nvSpPr>
        <p:spPr>
          <a:xfrm>
            <a:off x="152400" y="846416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請打開 </a:t>
            </a:r>
            <a:r>
              <a:rPr lang="en-US" altLang="zh-TW" dirty="0"/>
              <a:t>HT32F675x5_FWLib_V1.0.7f_425\projects\ble_examples\ble_peripheral\ht32f675x5_r2\project</a:t>
            </a:r>
          </a:p>
          <a:p>
            <a:r>
              <a:rPr lang="en-US" altLang="zh-TW" dirty="0" err="1">
                <a:solidFill>
                  <a:srgbClr val="FF0000"/>
                </a:solidFill>
              </a:rPr>
              <a:t>ble_peripheral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>
                <a:solidFill>
                  <a:srgbClr val="FF0000"/>
                </a:solidFill>
              </a:rPr>
              <a:t>專案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BC46101-53F0-B54E-5FBA-D6C119100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648" y="2318943"/>
            <a:ext cx="13098703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3506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D7A9C-B73A-F0BC-4185-A02731E9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D4E176C-781F-2A1B-2AD8-31760965A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  <a:r>
              <a:rPr lang="en-US" altLang="zh-TW" sz="6500" dirty="0"/>
              <a:t>(2/2)</a:t>
            </a:r>
            <a:endParaRPr lang="zh-TW" altLang="en-US" sz="65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ECF569-990A-F3F5-23DE-201EC8E81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81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CE7B19A-38FA-6855-7413-A95E9061573E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請先對 </a:t>
            </a:r>
            <a:r>
              <a:rPr lang="en-US" altLang="zh-TW" dirty="0"/>
              <a:t>Project: </a:t>
            </a:r>
            <a:r>
              <a:rPr lang="en-US" altLang="zh-TW" dirty="0" err="1"/>
              <a:t>ble_peripheral_mp</a:t>
            </a:r>
            <a:r>
              <a:rPr lang="en-US" altLang="zh-TW" dirty="0"/>
              <a:t> </a:t>
            </a:r>
            <a:r>
              <a:rPr lang="zh-TW" altLang="en-US" dirty="0"/>
              <a:t>點擊右鍵，選擇 </a:t>
            </a:r>
            <a:r>
              <a:rPr lang="en-US" altLang="zh-TW" dirty="0"/>
              <a:t>Set as Active Project 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1CFD50D-BEE5-7841-B1E4-8B7EEFE6A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900" y="2027237"/>
            <a:ext cx="7444199" cy="57966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FBEA3E3-827E-581D-2513-1EF4C37C3911}"/>
              </a:ext>
            </a:extLst>
          </p:cNvPr>
          <p:cNvSpPr/>
          <p:nvPr/>
        </p:nvSpPr>
        <p:spPr>
          <a:xfrm>
            <a:off x="5943600" y="56007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A4B97C3A-E344-26D3-B9DC-10581E768DD2}"/>
              </a:ext>
            </a:extLst>
          </p:cNvPr>
          <p:cNvSpPr/>
          <p:nvPr/>
        </p:nvSpPr>
        <p:spPr>
          <a:xfrm>
            <a:off x="378945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7EB8D0C-C58F-8BA9-120D-D1039A3AD543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>
            <a:off x="4703850" y="5829300"/>
            <a:ext cx="12397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44AD4745-517D-4391-D6CC-92C349E27D9D}"/>
              </a:ext>
            </a:extLst>
          </p:cNvPr>
          <p:cNvSpPr/>
          <p:nvPr/>
        </p:nvSpPr>
        <p:spPr>
          <a:xfrm>
            <a:off x="8200030" y="58293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8EC0793A-F919-4420-2353-ACABF3D97741}"/>
              </a:ext>
            </a:extLst>
          </p:cNvPr>
          <p:cNvSpPr/>
          <p:nvPr/>
        </p:nvSpPr>
        <p:spPr>
          <a:xfrm>
            <a:off x="11485891" y="5600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D959579-E355-3969-4BB3-02A7C97A6C2F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0409830" y="6057900"/>
            <a:ext cx="1076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58051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ACB229C-6E53-8CA2-F72C-9DD748DF46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178" y="2016031"/>
            <a:ext cx="8359638" cy="6248399"/>
          </a:xfrm>
          <a:prstGeom prst="rect">
            <a:avLst/>
          </a:prstGeom>
          <a:noFill/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3F04A03-A2BF-1C0A-C892-BD9F89D7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路徑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6AE12A4-1E2E-B5E6-7954-70867DCAD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82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01185E-C218-972E-E22F-A2FEC73D1F64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在上方工具列點擊       </a:t>
            </a:r>
            <a:r>
              <a:rPr lang="en-US" altLang="zh-TW" dirty="0"/>
              <a:t>【File Extensions... 】 → </a:t>
            </a:r>
            <a:r>
              <a:rPr lang="zh-TW" altLang="en-US" dirty="0"/>
              <a:t>點擊 </a:t>
            </a:r>
            <a:r>
              <a:rPr lang="en-US" altLang="zh-TW" dirty="0"/>
              <a:t>Folders/Extensions </a:t>
            </a:r>
            <a:r>
              <a:rPr lang="zh-TW" altLang="en-US" dirty="0"/>
              <a:t>來修改編譯器 →勾選 </a:t>
            </a:r>
            <a:r>
              <a:rPr lang="en-US" altLang="zh-TW" dirty="0">
                <a:solidFill>
                  <a:srgbClr val="FF0000"/>
                </a:solidFill>
              </a:rPr>
              <a:t>Use GCC Compiler (GNU) for ARM projects </a:t>
            </a:r>
            <a:r>
              <a:rPr lang="en-US" altLang="zh-TW" dirty="0"/>
              <a:t>→ </a:t>
            </a:r>
            <a:r>
              <a:rPr lang="zh-TW" altLang="en-US" dirty="0"/>
              <a:t>再選擇修改 </a:t>
            </a:r>
            <a:r>
              <a:rPr lang="en-US" altLang="zh-TW" dirty="0"/>
              <a:t>GNU </a:t>
            </a:r>
            <a:r>
              <a:rPr lang="zh-TW" altLang="en-US" dirty="0"/>
              <a:t>路徑。</a:t>
            </a:r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3B488C3-097D-E469-8B69-00ED07768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8397125"/>
            <a:ext cx="685800" cy="714615"/>
          </a:xfrm>
          <a:prstGeom prst="rect">
            <a:avLst/>
          </a:prstGeom>
        </p:spPr>
      </p:pic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58A3EA52-DA1E-BBA0-7866-1F7E249FAB08}"/>
              </a:ext>
            </a:extLst>
          </p:cNvPr>
          <p:cNvSpPr/>
          <p:nvPr/>
        </p:nvSpPr>
        <p:spPr>
          <a:xfrm>
            <a:off x="8167687" y="223595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流程圖: 接點 7">
            <a:extLst>
              <a:ext uri="{FF2B5EF4-FFF2-40B4-BE49-F238E27FC236}">
                <a16:creationId xmlns:a16="http://schemas.microsoft.com/office/drawing/2014/main" id="{D5E377C0-78E8-5E17-0987-32126EE2637D}"/>
              </a:ext>
            </a:extLst>
          </p:cNvPr>
          <p:cNvSpPr/>
          <p:nvPr/>
        </p:nvSpPr>
        <p:spPr>
          <a:xfrm>
            <a:off x="9156438" y="6515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2D4845DD-650E-16FE-F58C-8D9171606C3F}"/>
              </a:ext>
            </a:extLst>
          </p:cNvPr>
          <p:cNvSpPr/>
          <p:nvPr/>
        </p:nvSpPr>
        <p:spPr>
          <a:xfrm>
            <a:off x="12357028" y="554831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55142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30BDC62B-290E-B814-D3CE-09E714526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990" y="2005282"/>
            <a:ext cx="11426019" cy="6276435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059175D2-E21F-24E1-8707-D177E8BC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GNU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路徑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ACCC472-62F7-AB61-47E5-40BD11B7A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83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9EA5FC-BBC9-BEFA-767E-ABBFEA0C6E1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選擇你的 </a:t>
            </a:r>
            <a:r>
              <a:rPr lang="en-US" altLang="zh-TW" dirty="0"/>
              <a:t>GNU </a:t>
            </a:r>
            <a:r>
              <a:rPr lang="zh-TW" altLang="en-US" dirty="0"/>
              <a:t>下載位置，到 </a:t>
            </a:r>
            <a:r>
              <a:rPr lang="en-US" altLang="zh-TW" dirty="0"/>
              <a:t>14.2 rel1 </a:t>
            </a:r>
            <a:r>
              <a:rPr lang="zh-TW" altLang="en-US" dirty="0"/>
              <a:t>就行，預設完整路徑如下：</a:t>
            </a:r>
            <a:endParaRPr lang="en-US" altLang="zh-TW" dirty="0"/>
          </a:p>
          <a:p>
            <a:pPr indent="817200" algn="just"/>
            <a:r>
              <a:rPr lang="en-US" altLang="zh-TW" dirty="0">
                <a:solidFill>
                  <a:srgbClr val="FF0000"/>
                </a:solidFill>
              </a:rPr>
              <a:t>C:\Program Files (x86)\Arm GNU Toolchain arm-none-</a:t>
            </a:r>
            <a:r>
              <a:rPr lang="en-US" altLang="zh-TW" dirty="0" err="1">
                <a:solidFill>
                  <a:srgbClr val="FF0000"/>
                </a:solidFill>
              </a:rPr>
              <a:t>eabi</a:t>
            </a:r>
            <a:r>
              <a:rPr lang="en-US" altLang="zh-TW" dirty="0">
                <a:solidFill>
                  <a:srgbClr val="FF0000"/>
                </a:solidFill>
              </a:rPr>
              <a:t>\14.2 rel1\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EAF6FB-6B9E-C211-94C8-95C212A0BEB7}"/>
              </a:ext>
            </a:extLst>
          </p:cNvPr>
          <p:cNvSpPr/>
          <p:nvPr/>
        </p:nvSpPr>
        <p:spPr>
          <a:xfrm>
            <a:off x="5494020" y="7500601"/>
            <a:ext cx="847636" cy="3860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6174B46-D3A9-F465-8515-9121D4A732FD}"/>
              </a:ext>
            </a:extLst>
          </p:cNvPr>
          <p:cNvCxnSpPr>
            <a:cxnSpLocks/>
            <a:stCxn id="12" idx="2"/>
            <a:endCxn id="7" idx="3"/>
          </p:cNvCxnSpPr>
          <p:nvPr/>
        </p:nvCxnSpPr>
        <p:spPr>
          <a:xfrm flipH="1">
            <a:off x="6341656" y="7693650"/>
            <a:ext cx="939254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185265D0-A173-0E66-C87D-FA9D65C7D7AF}"/>
              </a:ext>
            </a:extLst>
          </p:cNvPr>
          <p:cNvSpPr/>
          <p:nvPr/>
        </p:nvSpPr>
        <p:spPr>
          <a:xfrm>
            <a:off x="7280910" y="723645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0801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608BA91-9D1D-080C-69C4-DEAA99ED7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913687"/>
            <a:ext cx="8187989" cy="6249399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959F2AA-F4D9-3E87-C770-C32A17B22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1/3)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F790296-ADC2-FA37-0AC6-72372C745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84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108942-B8C2-1CCF-DC45-1C2EA55F40E0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點擊上方工具列的     </a:t>
            </a:r>
            <a:r>
              <a:rPr lang="en-US" altLang="zh-TW" dirty="0"/>
              <a:t>【Options for Target】→ </a:t>
            </a:r>
            <a:r>
              <a:rPr lang="zh-TW" altLang="en-US" dirty="0"/>
              <a:t>點擊 </a:t>
            </a:r>
            <a:r>
              <a:rPr lang="en-US" altLang="zh-TW" dirty="0"/>
              <a:t>Output → </a:t>
            </a:r>
            <a:r>
              <a:rPr lang="zh-TW" altLang="en-US" dirty="0"/>
              <a:t>點擊 </a:t>
            </a:r>
            <a:r>
              <a:rPr lang="en-US" altLang="zh-TW" dirty="0">
                <a:solidFill>
                  <a:srgbClr val="FF0000"/>
                </a:solidFill>
              </a:rPr>
              <a:t>Select Folder for Objects…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7E886A81-4731-08BF-F559-D5D4E78748D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562600" y="8496339"/>
            <a:ext cx="574040" cy="562610"/>
          </a:xfrm>
          <a:prstGeom prst="rect">
            <a:avLst/>
          </a:prstGeom>
        </p:spPr>
      </p:pic>
      <p:grpSp>
        <p:nvGrpSpPr>
          <p:cNvPr id="33" name="群組 32">
            <a:extLst>
              <a:ext uri="{FF2B5EF4-FFF2-40B4-BE49-F238E27FC236}">
                <a16:creationId xmlns:a16="http://schemas.microsoft.com/office/drawing/2014/main" id="{0E167B9E-2888-CC83-5651-ABD0F2224E53}"/>
              </a:ext>
            </a:extLst>
          </p:cNvPr>
          <p:cNvGrpSpPr/>
          <p:nvPr/>
        </p:nvGrpSpPr>
        <p:grpSpPr>
          <a:xfrm>
            <a:off x="5264150" y="2123914"/>
            <a:ext cx="4755323" cy="1491776"/>
            <a:chOff x="5264150" y="2123914"/>
            <a:chExt cx="4755323" cy="1491776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A62BBCC-FD8A-D563-5106-B90551A38EED}"/>
                </a:ext>
              </a:extLst>
            </p:cNvPr>
            <p:cNvSpPr/>
            <p:nvPr/>
          </p:nvSpPr>
          <p:spPr>
            <a:xfrm>
              <a:off x="6257925" y="2428874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ED0F9B6D-8282-4F52-4333-DCDF891276C7}"/>
                </a:ext>
              </a:extLst>
            </p:cNvPr>
            <p:cNvCxnSpPr>
              <a:cxnSpLocks/>
              <a:stCxn id="21" idx="2"/>
              <a:endCxn id="16" idx="3"/>
            </p:cNvCxnSpPr>
            <p:nvPr/>
          </p:nvCxnSpPr>
          <p:spPr>
            <a:xfrm flipH="1">
              <a:off x="7010400" y="2581114"/>
              <a:ext cx="836547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流程圖: 接點 20">
              <a:extLst>
                <a:ext uri="{FF2B5EF4-FFF2-40B4-BE49-F238E27FC236}">
                  <a16:creationId xmlns:a16="http://schemas.microsoft.com/office/drawing/2014/main" id="{7EB7BECD-E704-DFDC-EDB6-A4929092A044}"/>
                </a:ext>
              </a:extLst>
            </p:cNvPr>
            <p:cNvSpPr/>
            <p:nvPr/>
          </p:nvSpPr>
          <p:spPr>
            <a:xfrm>
              <a:off x="7846947" y="2123914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E205EFD-29DC-7383-A125-0E653BE3131E}"/>
                </a:ext>
              </a:extLst>
            </p:cNvPr>
            <p:cNvSpPr/>
            <p:nvPr/>
          </p:nvSpPr>
          <p:spPr>
            <a:xfrm>
              <a:off x="5264150" y="2987040"/>
              <a:ext cx="2203450" cy="3429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1510763F-D32C-4FFE-AEE1-AB885405D12D}"/>
                </a:ext>
              </a:extLst>
            </p:cNvPr>
            <p:cNvCxnSpPr>
              <a:cxnSpLocks/>
              <a:stCxn id="30" idx="2"/>
              <a:endCxn id="25" idx="3"/>
            </p:cNvCxnSpPr>
            <p:nvPr/>
          </p:nvCxnSpPr>
          <p:spPr>
            <a:xfrm flipH="1">
              <a:off x="7467600" y="3158490"/>
              <a:ext cx="1637473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流程圖: 接點 29">
              <a:extLst>
                <a:ext uri="{FF2B5EF4-FFF2-40B4-BE49-F238E27FC236}">
                  <a16:creationId xmlns:a16="http://schemas.microsoft.com/office/drawing/2014/main" id="{47BF247D-4638-CF8E-1DEF-EBF1A132FD99}"/>
                </a:ext>
              </a:extLst>
            </p:cNvPr>
            <p:cNvSpPr/>
            <p:nvPr/>
          </p:nvSpPr>
          <p:spPr>
            <a:xfrm>
              <a:off x="9105073" y="270129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320155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A6478336-74A1-BAF7-038F-3F9D15498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195" y="1638300"/>
            <a:ext cx="7449633" cy="6382120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C338CA75-F0DE-93A2-A989-9468F82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B40F995-9561-EB81-72A2-FD1F14AAD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85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7C0F3B-F507-DD9C-FC1A-3C5FFCD8BDD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objects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資料夾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64F08212-A3AF-4842-5947-25E0AB9D05A9}"/>
              </a:ext>
            </a:extLst>
          </p:cNvPr>
          <p:cNvGrpSpPr/>
          <p:nvPr/>
        </p:nvGrpSpPr>
        <p:grpSpPr>
          <a:xfrm>
            <a:off x="7162798" y="1770861"/>
            <a:ext cx="3962403" cy="841795"/>
            <a:chOff x="6781797" y="3274802"/>
            <a:chExt cx="3962403" cy="841795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B8F39418-5ADE-1486-D313-C645014975ED}"/>
                </a:ext>
              </a:extLst>
            </p:cNvPr>
            <p:cNvGrpSpPr/>
            <p:nvPr/>
          </p:nvGrpSpPr>
          <p:grpSpPr>
            <a:xfrm>
              <a:off x="6781797" y="3487766"/>
              <a:ext cx="3048003" cy="354041"/>
              <a:chOff x="6781797" y="3487766"/>
              <a:chExt cx="3048003" cy="354041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7653A28-4CEC-0619-794D-42D385274B69}"/>
                  </a:ext>
                </a:extLst>
              </p:cNvPr>
              <p:cNvSpPr/>
              <p:nvPr/>
            </p:nvSpPr>
            <p:spPr>
              <a:xfrm>
                <a:off x="6781797" y="3487766"/>
                <a:ext cx="2209800" cy="354041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" name="直線單箭頭接點 3">
                <a:extLst>
                  <a:ext uri="{FF2B5EF4-FFF2-40B4-BE49-F238E27FC236}">
                    <a16:creationId xmlns:a16="http://schemas.microsoft.com/office/drawing/2014/main" id="{9823E451-98C9-5F42-3752-A74995A473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91597" y="3695700"/>
                <a:ext cx="838203" cy="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流程圖: 接點 6">
              <a:extLst>
                <a:ext uri="{FF2B5EF4-FFF2-40B4-BE49-F238E27FC236}">
                  <a16:creationId xmlns:a16="http://schemas.microsoft.com/office/drawing/2014/main" id="{21F20994-7B11-879C-455D-00A8747BFD1A}"/>
                </a:ext>
              </a:extLst>
            </p:cNvPr>
            <p:cNvSpPr/>
            <p:nvPr/>
          </p:nvSpPr>
          <p:spPr>
            <a:xfrm>
              <a:off x="9829800" y="3274802"/>
              <a:ext cx="914400" cy="841795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02463212-6C02-3FD7-3309-77A64A478818}"/>
              </a:ext>
            </a:extLst>
          </p:cNvPr>
          <p:cNvSpPr/>
          <p:nvPr/>
        </p:nvSpPr>
        <p:spPr>
          <a:xfrm>
            <a:off x="10210801" y="1714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33001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5B4AB-A189-9EA1-77F9-D1515C81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7B96F2DE-E0B6-4013-28F1-084E45976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816" y="2358166"/>
            <a:ext cx="7842040" cy="5929640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BA9B0A5-0BC1-9529-B0B7-5517E4E7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Output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(3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7BA0563-8D58-3790-CB29-A110A930A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86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0B8807-FA4C-353A-9EF2-62571A57ED4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勾選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Create HEX File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2CFD29A5-C0BF-2B42-5F69-23849FC6BF9C}"/>
              </a:ext>
            </a:extLst>
          </p:cNvPr>
          <p:cNvGrpSpPr/>
          <p:nvPr/>
        </p:nvGrpSpPr>
        <p:grpSpPr>
          <a:xfrm>
            <a:off x="5791200" y="4141404"/>
            <a:ext cx="3505200" cy="1002096"/>
            <a:chOff x="7888150" y="1714501"/>
            <a:chExt cx="3237051" cy="914400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552007C4-797B-EC60-D0B5-D96243E51D77}"/>
                </a:ext>
              </a:extLst>
            </p:cNvPr>
            <p:cNvGrpSpPr/>
            <p:nvPr/>
          </p:nvGrpSpPr>
          <p:grpSpPr>
            <a:xfrm>
              <a:off x="7888150" y="1770861"/>
              <a:ext cx="3237051" cy="841795"/>
              <a:chOff x="7507149" y="3274802"/>
              <a:chExt cx="3237051" cy="841795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8C13A478-56D0-71A6-2B37-DE3968696241}"/>
                  </a:ext>
                </a:extLst>
              </p:cNvPr>
              <p:cNvGrpSpPr/>
              <p:nvPr/>
            </p:nvGrpSpPr>
            <p:grpSpPr>
              <a:xfrm>
                <a:off x="7507149" y="3573318"/>
                <a:ext cx="2322651" cy="268489"/>
                <a:chOff x="7507149" y="3573318"/>
                <a:chExt cx="2322651" cy="268489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7E5F9D4-B57A-8CEB-99AA-7211637A3328}"/>
                    </a:ext>
                  </a:extLst>
                </p:cNvPr>
                <p:cNvSpPr/>
                <p:nvPr/>
              </p:nvSpPr>
              <p:spPr>
                <a:xfrm>
                  <a:off x="7507149" y="3573318"/>
                  <a:ext cx="1484448" cy="268489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5A74A299-814D-D7F4-D6A8-B356AD5E79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91597" y="36957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14CC5B98-F63D-8C14-3DD9-FFF49C5B2C0B}"/>
                  </a:ext>
                </a:extLst>
              </p:cNvPr>
              <p:cNvSpPr/>
              <p:nvPr/>
            </p:nvSpPr>
            <p:spPr>
              <a:xfrm>
                <a:off x="9829800" y="32748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509025FE-5744-E6F4-9EB8-00C9A596BCEF}"/>
                </a:ext>
              </a:extLst>
            </p:cNvPr>
            <p:cNvSpPr/>
            <p:nvPr/>
          </p:nvSpPr>
          <p:spPr>
            <a:xfrm>
              <a:off x="10210801" y="1714501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4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318209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FE56294-DBF4-6966-0543-DF4CDBB56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Listing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1/2)</a:t>
            </a:r>
            <a:endParaRPr lang="en-US" altLang="zh-TW" b="1" u="none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 Bold"/>
              <a:sym typeface="Noto Sans T Chinese Bold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73BF14-FA0F-31C9-A003-42EC8EF09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C8C58E-D343-B88E-F8A2-B852859A8C1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/>
              <a:t>點擊上方工具列的     </a:t>
            </a:r>
            <a:r>
              <a:rPr lang="en-US" altLang="zh-TW" dirty="0"/>
              <a:t>【Options for Target】→ </a:t>
            </a:r>
            <a:r>
              <a:rPr lang="zh-TW" altLang="en-US" dirty="0"/>
              <a:t>點擊 </a:t>
            </a:r>
            <a:r>
              <a:rPr lang="en-US" altLang="zh-TW" dirty="0"/>
              <a:t>Listing → </a:t>
            </a:r>
            <a:r>
              <a:rPr lang="zh-TW" altLang="en-US" dirty="0"/>
              <a:t>點擊 </a:t>
            </a:r>
            <a:r>
              <a:rPr lang="en-US" altLang="zh-TW" dirty="0">
                <a:solidFill>
                  <a:srgbClr val="FF0000"/>
                </a:solidFill>
              </a:rPr>
              <a:t>Select Folder for Objects…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D2633E9-04A9-B037-AED4-E7D0A41361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91162" y="8491539"/>
            <a:ext cx="574040" cy="562610"/>
          </a:xfrm>
          <a:prstGeom prst="rect">
            <a:avLst/>
          </a:prstGeom>
        </p:spPr>
      </p:pic>
      <p:grpSp>
        <p:nvGrpSpPr>
          <p:cNvPr id="34" name="群組 33">
            <a:extLst>
              <a:ext uri="{FF2B5EF4-FFF2-40B4-BE49-F238E27FC236}">
                <a16:creationId xmlns:a16="http://schemas.microsoft.com/office/drawing/2014/main" id="{E36D7BB9-79D5-2625-7875-FF9D0F0652EA}"/>
              </a:ext>
            </a:extLst>
          </p:cNvPr>
          <p:cNvGrpSpPr/>
          <p:nvPr/>
        </p:nvGrpSpPr>
        <p:grpSpPr>
          <a:xfrm>
            <a:off x="4973901" y="1984963"/>
            <a:ext cx="8340191" cy="6295499"/>
            <a:chOff x="4973901" y="2125926"/>
            <a:chExt cx="8340191" cy="6295499"/>
          </a:xfrm>
        </p:grpSpPr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001C1DAF-FA34-0DBC-8612-1426628E9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73901" y="2125926"/>
              <a:ext cx="8340191" cy="6295499"/>
            </a:xfrm>
            <a:prstGeom prst="rect">
              <a:avLst/>
            </a:prstGeom>
          </p:spPr>
        </p:pic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FC20387D-328B-ADC1-842F-CBCBF45851C2}"/>
                </a:ext>
              </a:extLst>
            </p:cNvPr>
            <p:cNvSpPr/>
            <p:nvPr/>
          </p:nvSpPr>
          <p:spPr>
            <a:xfrm>
              <a:off x="6910387" y="2562225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51BDD840-683B-C9BC-5470-BA0280682188}"/>
                </a:ext>
              </a:extLst>
            </p:cNvPr>
            <p:cNvCxnSpPr>
              <a:cxnSpLocks/>
              <a:stCxn id="38" idx="2"/>
              <a:endCxn id="36" idx="3"/>
            </p:cNvCxnSpPr>
            <p:nvPr/>
          </p:nvCxnSpPr>
          <p:spPr>
            <a:xfrm flipH="1">
              <a:off x="7662862" y="2714465"/>
              <a:ext cx="71913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流程圖: 接點 37">
              <a:extLst>
                <a:ext uri="{FF2B5EF4-FFF2-40B4-BE49-F238E27FC236}">
                  <a16:creationId xmlns:a16="http://schemas.microsoft.com/office/drawing/2014/main" id="{7A3D53AB-4286-DB82-8888-1DC413A4A019}"/>
                </a:ext>
              </a:extLst>
            </p:cNvPr>
            <p:cNvSpPr/>
            <p:nvPr/>
          </p:nvSpPr>
          <p:spPr>
            <a:xfrm>
              <a:off x="8382000" y="2257265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646DBC8-E9C9-F0F5-EF7A-37A8D30E1C81}"/>
                </a:ext>
              </a:extLst>
            </p:cNvPr>
            <p:cNvSpPr/>
            <p:nvPr/>
          </p:nvSpPr>
          <p:spPr>
            <a:xfrm>
              <a:off x="5300663" y="3131552"/>
              <a:ext cx="2203450" cy="342901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F42322B7-2C1E-89C1-44DB-D900D58D5A83}"/>
                </a:ext>
              </a:extLst>
            </p:cNvPr>
            <p:cNvCxnSpPr>
              <a:cxnSpLocks/>
              <a:stCxn id="41" idx="2"/>
              <a:endCxn id="39" idx="3"/>
            </p:cNvCxnSpPr>
            <p:nvPr/>
          </p:nvCxnSpPr>
          <p:spPr>
            <a:xfrm flipH="1">
              <a:off x="7504113" y="3303002"/>
              <a:ext cx="1907911" cy="1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流程圖: 接點 40">
              <a:extLst>
                <a:ext uri="{FF2B5EF4-FFF2-40B4-BE49-F238E27FC236}">
                  <a16:creationId xmlns:a16="http://schemas.microsoft.com/office/drawing/2014/main" id="{7012F224-4C96-E5CE-3A54-6BA840420137}"/>
                </a:ext>
              </a:extLst>
            </p:cNvPr>
            <p:cNvSpPr/>
            <p:nvPr/>
          </p:nvSpPr>
          <p:spPr>
            <a:xfrm>
              <a:off x="9412024" y="2845802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784722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7E21EBB-1B2B-53C1-2BA4-D4FDCBD9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Listing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儲存位置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0440DA8-5490-E8E7-6E8B-AFD53A34C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88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AF65DE-C936-44AF-FBC5-D5407F129AF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listings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資料夾。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735FBDE5-4BD9-9C4F-2E78-B2B84C125C07}"/>
              </a:ext>
            </a:extLst>
          </p:cNvPr>
          <p:cNvGrpSpPr/>
          <p:nvPr/>
        </p:nvGrpSpPr>
        <p:grpSpPr>
          <a:xfrm>
            <a:off x="4495797" y="1989528"/>
            <a:ext cx="9296400" cy="6307943"/>
            <a:chOff x="4495797" y="1989528"/>
            <a:chExt cx="9296400" cy="6307943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C6D9D558-4FD5-4C56-81BE-2474E2A3A439}"/>
                </a:ext>
              </a:extLst>
            </p:cNvPr>
            <p:cNvGrpSpPr/>
            <p:nvPr/>
          </p:nvGrpSpPr>
          <p:grpSpPr>
            <a:xfrm>
              <a:off x="4495797" y="1989528"/>
              <a:ext cx="9296400" cy="6307943"/>
              <a:chOff x="4495797" y="1989528"/>
              <a:chExt cx="9296400" cy="6307943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FD67BA50-ACDF-CC31-DA1D-B72FA61C48C4}"/>
                  </a:ext>
                </a:extLst>
              </p:cNvPr>
              <p:cNvGrpSpPr/>
              <p:nvPr/>
            </p:nvGrpSpPr>
            <p:grpSpPr>
              <a:xfrm>
                <a:off x="4495797" y="1989528"/>
                <a:ext cx="9296400" cy="6307943"/>
                <a:chOff x="4495797" y="1989528"/>
                <a:chExt cx="9296400" cy="6307943"/>
              </a:xfrm>
            </p:grpSpPr>
            <p:grpSp>
              <p:nvGrpSpPr>
                <p:cNvPr id="10" name="群組 9">
                  <a:extLst>
                    <a:ext uri="{FF2B5EF4-FFF2-40B4-BE49-F238E27FC236}">
                      <a16:creationId xmlns:a16="http://schemas.microsoft.com/office/drawing/2014/main" id="{1617E438-943D-A217-9C4A-BB022E47F824}"/>
                    </a:ext>
                  </a:extLst>
                </p:cNvPr>
                <p:cNvGrpSpPr/>
                <p:nvPr/>
              </p:nvGrpSpPr>
              <p:grpSpPr>
                <a:xfrm>
                  <a:off x="4495797" y="1989528"/>
                  <a:ext cx="9296400" cy="6307943"/>
                  <a:chOff x="4495800" y="1714500"/>
                  <a:chExt cx="9296400" cy="6307943"/>
                </a:xfrm>
              </p:grpSpPr>
              <p:pic>
                <p:nvPicPr>
                  <p:cNvPr id="8" name="圖片 7">
                    <a:extLst>
                      <a:ext uri="{FF2B5EF4-FFF2-40B4-BE49-F238E27FC236}">
                        <a16:creationId xmlns:a16="http://schemas.microsoft.com/office/drawing/2014/main" id="{7B7C84DE-9840-890A-82EF-5CC839E319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4495800" y="1714500"/>
                    <a:ext cx="9296400" cy="6307943"/>
                  </a:xfrm>
                  <a:prstGeom prst="rect">
                    <a:avLst/>
                  </a:prstGeom>
                </p:spPr>
              </p:pic>
              <p:sp>
                <p:nvSpPr>
                  <p:cNvPr id="9" name="矩形 8">
                    <a:extLst>
                      <a:ext uri="{FF2B5EF4-FFF2-40B4-BE49-F238E27FC236}">
                        <a16:creationId xmlns:a16="http://schemas.microsoft.com/office/drawing/2014/main" id="{72058A99-8D85-EF5A-7FCD-C1CAB1FF2E97}"/>
                      </a:ext>
                    </a:extLst>
                  </p:cNvPr>
                  <p:cNvSpPr/>
                  <p:nvPr/>
                </p:nvSpPr>
                <p:spPr>
                  <a:xfrm>
                    <a:off x="4572000" y="3467100"/>
                    <a:ext cx="1219200" cy="457200"/>
                  </a:xfrm>
                  <a:prstGeom prst="rect">
                    <a:avLst/>
                  </a:prstGeom>
                  <a:noFill/>
                  <a:ln w="762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DCF3B422-23FE-10B1-5FD4-B02E2B8273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E21508EA-9A2D-7493-5EF7-A95C71EEB954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89502239-9929-4F75-16CD-DE9FC6A41093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938131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B9559-62FE-B792-586E-CDD1DDC5B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A54B3C4E-A4D9-AD08-F934-F06511CF1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358" y="2142792"/>
            <a:ext cx="7989307" cy="6001416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D61B59FC-75F9-3371-4FE0-F6BB69FA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User Build Run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D1AC9E8-D730-4FBF-6714-93AFEC367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89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0560BD-D34B-3CAF-AABD-6AA9AF4CB99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409706" y="8168638"/>
            <a:ext cx="15773398" cy="660399"/>
          </a:xfrm>
        </p:spPr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在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After Build/Rebuild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勾選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Run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並在方框中輸入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cmd.exe /d /c call "..\..\project_HT32-IDE\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mp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\ble_peripheral_mp.bat" ".\Objects\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ble_peripheral_mp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"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。</a:t>
            </a:r>
            <a:endParaRPr lang="en-US" altLang="zh-TW" sz="3200" b="1" dirty="0">
              <a:solidFill>
                <a:srgbClr val="000000"/>
              </a:solidFill>
              <a:sym typeface="Noto Sans T Chinese"/>
            </a:endParaRPr>
          </a:p>
          <a:p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7AE7080D-DB34-CB25-AC9F-6525F5A8CF86}"/>
              </a:ext>
            </a:extLst>
          </p:cNvPr>
          <p:cNvGrpSpPr/>
          <p:nvPr/>
        </p:nvGrpSpPr>
        <p:grpSpPr>
          <a:xfrm>
            <a:off x="7543800" y="2324100"/>
            <a:ext cx="2667005" cy="914400"/>
            <a:chOff x="4876795" y="3543299"/>
            <a:chExt cx="2667005" cy="914400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3BE4472C-4831-6BF0-1F0B-A38A27FC0088}"/>
                </a:ext>
              </a:extLst>
            </p:cNvPr>
            <p:cNvGrpSpPr/>
            <p:nvPr/>
          </p:nvGrpSpPr>
          <p:grpSpPr>
            <a:xfrm>
              <a:off x="4876795" y="3579602"/>
              <a:ext cx="2667005" cy="841795"/>
              <a:chOff x="4876795" y="3579602"/>
              <a:chExt cx="2667005" cy="841795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8C5485B1-B505-4CBD-AA8D-94B21408ED5C}"/>
                  </a:ext>
                </a:extLst>
              </p:cNvPr>
              <p:cNvGrpSpPr/>
              <p:nvPr/>
            </p:nvGrpSpPr>
            <p:grpSpPr>
              <a:xfrm>
                <a:off x="4876795" y="3742128"/>
                <a:ext cx="1752605" cy="457200"/>
                <a:chOff x="4876795" y="3742128"/>
                <a:chExt cx="1752605" cy="457200"/>
              </a:xfrm>
            </p:grpSpPr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8F99F96-3406-4A0D-8A0E-123B8F825891}"/>
                    </a:ext>
                  </a:extLst>
                </p:cNvPr>
                <p:cNvSpPr/>
                <p:nvPr/>
              </p:nvSpPr>
              <p:spPr>
                <a:xfrm>
                  <a:off x="4876795" y="3742128"/>
                  <a:ext cx="914401" cy="4572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4" name="直線單箭頭接點 3">
                  <a:extLst>
                    <a:ext uri="{FF2B5EF4-FFF2-40B4-BE49-F238E27FC236}">
                      <a16:creationId xmlns:a16="http://schemas.microsoft.com/office/drawing/2014/main" id="{2990329F-AB6A-BB45-6504-5F03D75F64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流程圖: 接點 6">
                <a:extLst>
                  <a:ext uri="{FF2B5EF4-FFF2-40B4-BE49-F238E27FC236}">
                    <a16:creationId xmlns:a16="http://schemas.microsoft.com/office/drawing/2014/main" id="{F69C84F3-9DAA-8E9A-783C-75FEACA7D914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5AA08E0C-33B3-F0C4-4721-552304784A05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57AA136-8A2F-4280-9B9D-8B1FD375540D}"/>
              </a:ext>
            </a:extLst>
          </p:cNvPr>
          <p:cNvGrpSpPr/>
          <p:nvPr/>
        </p:nvGrpSpPr>
        <p:grpSpPr>
          <a:xfrm>
            <a:off x="7653196" y="4931673"/>
            <a:ext cx="5503469" cy="914400"/>
            <a:chOff x="2040331" y="3543299"/>
            <a:chExt cx="5503469" cy="914400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F8E109EF-2AB8-9109-8988-19B080AC1BF0}"/>
                </a:ext>
              </a:extLst>
            </p:cNvPr>
            <p:cNvGrpSpPr/>
            <p:nvPr/>
          </p:nvGrpSpPr>
          <p:grpSpPr>
            <a:xfrm>
              <a:off x="2040331" y="3579602"/>
              <a:ext cx="5503469" cy="841795"/>
              <a:chOff x="2040331" y="3579602"/>
              <a:chExt cx="5503469" cy="841795"/>
            </a:xfrm>
          </p:grpSpPr>
          <p:grpSp>
            <p:nvGrpSpPr>
              <p:cNvPr id="19" name="群組 18">
                <a:extLst>
                  <a:ext uri="{FF2B5EF4-FFF2-40B4-BE49-F238E27FC236}">
                    <a16:creationId xmlns:a16="http://schemas.microsoft.com/office/drawing/2014/main" id="{F84CC771-0A61-3EA7-C813-F023EC9D74E0}"/>
                  </a:ext>
                </a:extLst>
              </p:cNvPr>
              <p:cNvGrpSpPr/>
              <p:nvPr/>
            </p:nvGrpSpPr>
            <p:grpSpPr>
              <a:xfrm>
                <a:off x="2040331" y="3742128"/>
                <a:ext cx="4589069" cy="457200"/>
                <a:chOff x="2040331" y="3742128"/>
                <a:chExt cx="4589069" cy="457200"/>
              </a:xfrm>
            </p:grpSpPr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7BCDDB83-E677-BFDD-B639-57B361499DA0}"/>
                    </a:ext>
                  </a:extLst>
                </p:cNvPr>
                <p:cNvSpPr/>
                <p:nvPr/>
              </p:nvSpPr>
              <p:spPr>
                <a:xfrm>
                  <a:off x="2040331" y="3742128"/>
                  <a:ext cx="3750866" cy="457200"/>
                </a:xfrm>
                <a:prstGeom prst="rect">
                  <a:avLst/>
                </a:prstGeom>
                <a:noFill/>
                <a:ln w="762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2" name="直線單箭頭接點 21">
                  <a:extLst>
                    <a:ext uri="{FF2B5EF4-FFF2-40B4-BE49-F238E27FC236}">
                      <a16:creationId xmlns:a16="http://schemas.microsoft.com/office/drawing/2014/main" id="{FAA419BF-0946-7A21-6A7C-1321640BA1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791197" y="4000500"/>
                  <a:ext cx="838203" cy="0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流程圖: 接點 19">
                <a:extLst>
                  <a:ext uri="{FF2B5EF4-FFF2-40B4-BE49-F238E27FC236}">
                    <a16:creationId xmlns:a16="http://schemas.microsoft.com/office/drawing/2014/main" id="{3C70823E-9D4C-6DC5-08E7-095A4B532D61}"/>
                  </a:ext>
                </a:extLst>
              </p:cNvPr>
              <p:cNvSpPr/>
              <p:nvPr/>
            </p:nvSpPr>
            <p:spPr>
              <a:xfrm>
                <a:off x="6629400" y="3579602"/>
                <a:ext cx="914400" cy="841795"/>
              </a:xfrm>
              <a:prstGeom prst="flowChartConnector">
                <a:avLst/>
              </a:prstGeom>
              <a:solidFill>
                <a:schemeClr val="bg1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TW" altLang="en-US" sz="5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" name="流程圖: 接點 17">
              <a:extLst>
                <a:ext uri="{FF2B5EF4-FFF2-40B4-BE49-F238E27FC236}">
                  <a16:creationId xmlns:a16="http://schemas.microsoft.com/office/drawing/2014/main" id="{7A00CC63-B852-A528-8ED1-6DAD8FB692EA}"/>
                </a:ext>
              </a:extLst>
            </p:cNvPr>
            <p:cNvSpPr/>
            <p:nvPr/>
          </p:nvSpPr>
          <p:spPr>
            <a:xfrm>
              <a:off x="6629400" y="354329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DAC54793-A661-59F8-57CB-BCBE6965E34B}"/>
              </a:ext>
            </a:extLst>
          </p:cNvPr>
          <p:cNvSpPr/>
          <p:nvPr/>
        </p:nvSpPr>
        <p:spPr>
          <a:xfrm>
            <a:off x="5838677" y="5181519"/>
            <a:ext cx="1083861" cy="34298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CA897A95-3639-9638-701E-03538AA5BB2A}"/>
              </a:ext>
            </a:extLst>
          </p:cNvPr>
          <p:cNvCxnSpPr>
            <a:cxnSpLocks/>
            <a:stCxn id="25" idx="6"/>
            <a:endCxn id="23" idx="1"/>
          </p:cNvCxnSpPr>
          <p:nvPr/>
        </p:nvCxnSpPr>
        <p:spPr>
          <a:xfrm flipV="1">
            <a:off x="4802029" y="5353010"/>
            <a:ext cx="1036648" cy="1453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流程圖: 接點 24">
            <a:extLst>
              <a:ext uri="{FF2B5EF4-FFF2-40B4-BE49-F238E27FC236}">
                <a16:creationId xmlns:a16="http://schemas.microsoft.com/office/drawing/2014/main" id="{0D82A74C-58DC-B070-8E23-6A13E5145D61}"/>
              </a:ext>
            </a:extLst>
          </p:cNvPr>
          <p:cNvSpPr/>
          <p:nvPr/>
        </p:nvSpPr>
        <p:spPr>
          <a:xfrm>
            <a:off x="3887629" y="491034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48352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7D84C05-3933-E285-2A72-694B87C3D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239" y="1963991"/>
            <a:ext cx="8215521" cy="62731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50E4AFCB-831F-6F89-BE78-E7C2E4BFE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16EFD1F-FBA0-E49D-7867-53B8CB639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FFDDEB-EB93-215A-8D65-2C7A673F86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0" y="8412652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</a:t>
            </a:r>
            <a:r>
              <a:rPr lang="en-US" altLang="zh-TW" dirty="0"/>
              <a:t>CC →</a:t>
            </a:r>
            <a:r>
              <a:rPr lang="zh-TW" altLang="en-US" dirty="0"/>
              <a:t>在</a:t>
            </a:r>
            <a:r>
              <a:rPr lang="en-US" altLang="zh-TW" dirty="0"/>
              <a:t>Define</a:t>
            </a:r>
            <a:r>
              <a:rPr lang="zh-TW" altLang="en-US" dirty="0"/>
              <a:t>裡新增</a:t>
            </a:r>
            <a:endParaRPr lang="en-US" altLang="zh-TW" dirty="0"/>
          </a:p>
          <a:p>
            <a:pPr indent="817200" algn="just"/>
            <a:r>
              <a:rPr lang="en-US" altLang="zh-TW" dirty="0">
                <a:solidFill>
                  <a:srgbClr val="FF0000"/>
                </a:solidFill>
              </a:rPr>
              <a:t>ARM_MATH_DSP __MAIN_PROCESSOR HT32F67595_EVB</a:t>
            </a:r>
          </a:p>
          <a:p>
            <a:pPr algn="just"/>
            <a:endParaRPr lang="zh-TW" altLang="en-US" dirty="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362479EB-4789-FBC6-10B3-26E371D81487}"/>
              </a:ext>
            </a:extLst>
          </p:cNvPr>
          <p:cNvGrpSpPr/>
          <p:nvPr/>
        </p:nvGrpSpPr>
        <p:grpSpPr>
          <a:xfrm>
            <a:off x="6038850" y="2122170"/>
            <a:ext cx="8606495" cy="1716405"/>
            <a:chOff x="6038850" y="2122170"/>
            <a:chExt cx="8606495" cy="171640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756D381-89BC-DD44-8671-668E79898A71}"/>
                </a:ext>
              </a:extLst>
            </p:cNvPr>
            <p:cNvSpPr/>
            <p:nvPr/>
          </p:nvSpPr>
          <p:spPr>
            <a:xfrm>
              <a:off x="8201025" y="2427130"/>
              <a:ext cx="752475" cy="304479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E65CD276-6CDB-D52E-841A-8B0D299468B0}"/>
                </a:ext>
              </a:extLst>
            </p:cNvPr>
            <p:cNvCxnSpPr>
              <a:cxnSpLocks/>
              <a:stCxn id="13" idx="2"/>
              <a:endCxn id="11" idx="3"/>
            </p:cNvCxnSpPr>
            <p:nvPr/>
          </p:nvCxnSpPr>
          <p:spPr>
            <a:xfrm flipH="1">
              <a:off x="8953500" y="2579370"/>
              <a:ext cx="7239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流程圖: 接點 12">
              <a:extLst>
                <a:ext uri="{FF2B5EF4-FFF2-40B4-BE49-F238E27FC236}">
                  <a16:creationId xmlns:a16="http://schemas.microsoft.com/office/drawing/2014/main" id="{27CF1E74-5119-55E9-7FAB-E109B8053704}"/>
                </a:ext>
              </a:extLst>
            </p:cNvPr>
            <p:cNvSpPr/>
            <p:nvPr/>
          </p:nvSpPr>
          <p:spPr>
            <a:xfrm>
              <a:off x="9677400" y="212217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695EA3D-2ADC-DC89-D6CC-972C70311353}"/>
                </a:ext>
              </a:extLst>
            </p:cNvPr>
            <p:cNvSpPr/>
            <p:nvPr/>
          </p:nvSpPr>
          <p:spPr>
            <a:xfrm>
              <a:off x="6038850" y="3200400"/>
              <a:ext cx="6838950" cy="36195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4CE40388-194C-BA86-D028-67CCB467B464}"/>
                </a:ext>
              </a:extLst>
            </p:cNvPr>
            <p:cNvCxnSpPr>
              <a:cxnSpLocks/>
              <a:stCxn id="19" idx="2"/>
              <a:endCxn id="17" idx="3"/>
            </p:cNvCxnSpPr>
            <p:nvPr/>
          </p:nvCxnSpPr>
          <p:spPr>
            <a:xfrm flipH="1">
              <a:off x="12877800" y="3381375"/>
              <a:ext cx="853145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流程圖: 接點 18">
              <a:extLst>
                <a:ext uri="{FF2B5EF4-FFF2-40B4-BE49-F238E27FC236}">
                  <a16:creationId xmlns:a16="http://schemas.microsoft.com/office/drawing/2014/main" id="{09879124-963B-BBE2-F187-FAC34E860D5D}"/>
                </a:ext>
              </a:extLst>
            </p:cNvPr>
            <p:cNvSpPr/>
            <p:nvPr/>
          </p:nvSpPr>
          <p:spPr>
            <a:xfrm>
              <a:off x="13730945" y="2924175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062148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38AD7-FCA5-007A-54F3-6BC9E017A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6881AF16-E82A-65E1-3AD6-EB4EF3ECB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239" y="1963991"/>
            <a:ext cx="8215521" cy="62731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5F430FA9-4117-0E8E-B697-AE1AB21B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3087DF-4BF7-6874-6044-4AB04F202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530614-25EB-98D9-AFEF-38D359B3648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57300" y="8412652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</a:t>
            </a:r>
            <a:r>
              <a:rPr lang="en-US" altLang="zh-TW" dirty="0"/>
              <a:t>Optimization </a:t>
            </a:r>
            <a:r>
              <a:rPr lang="zh-TW" altLang="en-US" dirty="0"/>
              <a:t>下拉選至 </a:t>
            </a:r>
            <a:r>
              <a:rPr lang="en-US" altLang="zh-TW" dirty="0"/>
              <a:t>Level 2(Speed) </a:t>
            </a:r>
          </a:p>
          <a:p>
            <a:pPr indent="817200" algn="just"/>
            <a:r>
              <a:rPr lang="zh-TW" altLang="en-US" dirty="0"/>
              <a:t>點擊 </a:t>
            </a:r>
            <a:r>
              <a:rPr lang="en-US" altLang="zh-TW" dirty="0" err="1"/>
              <a:t>Wamings</a:t>
            </a:r>
            <a:r>
              <a:rPr lang="zh-TW" altLang="en-US" dirty="0"/>
              <a:t>下拉選至 </a:t>
            </a:r>
            <a:r>
              <a:rPr lang="en-US" altLang="zh-TW" dirty="0"/>
              <a:t>No </a:t>
            </a:r>
            <a:r>
              <a:rPr lang="en-US" altLang="zh-TW" dirty="0" err="1"/>
              <a:t>Wamings</a:t>
            </a:r>
            <a:endParaRPr lang="en-US" altLang="zh-TW" dirty="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83E038C-0FD7-6572-0FC8-5BC02233E8E0}"/>
              </a:ext>
            </a:extLst>
          </p:cNvPr>
          <p:cNvGrpSpPr/>
          <p:nvPr/>
        </p:nvGrpSpPr>
        <p:grpSpPr>
          <a:xfrm>
            <a:off x="9906000" y="3633502"/>
            <a:ext cx="4572000" cy="1101971"/>
            <a:chOff x="9906000" y="3633502"/>
            <a:chExt cx="4572000" cy="110197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9BC7F64-4DC5-7146-7DA4-854A862B06BC}"/>
                </a:ext>
              </a:extLst>
            </p:cNvPr>
            <p:cNvSpPr/>
            <p:nvPr/>
          </p:nvSpPr>
          <p:spPr>
            <a:xfrm>
              <a:off x="9906000" y="4305301"/>
              <a:ext cx="2514600" cy="43017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EB507BBA-6A5D-7834-BB39-111FBB5843EF}"/>
                </a:ext>
              </a:extLst>
            </p:cNvPr>
            <p:cNvCxnSpPr>
              <a:cxnSpLocks/>
              <a:stCxn id="19" idx="2"/>
              <a:endCxn id="17" idx="3"/>
            </p:cNvCxnSpPr>
            <p:nvPr/>
          </p:nvCxnSpPr>
          <p:spPr>
            <a:xfrm flipH="1">
              <a:off x="12420600" y="4090702"/>
              <a:ext cx="1143000" cy="429685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流程圖: 接點 18">
              <a:extLst>
                <a:ext uri="{FF2B5EF4-FFF2-40B4-BE49-F238E27FC236}">
                  <a16:creationId xmlns:a16="http://schemas.microsoft.com/office/drawing/2014/main" id="{53C77C83-982F-13AE-D7E4-A7762AD0045F}"/>
                </a:ext>
              </a:extLst>
            </p:cNvPr>
            <p:cNvSpPr/>
            <p:nvPr/>
          </p:nvSpPr>
          <p:spPr>
            <a:xfrm>
              <a:off x="13563600" y="3633502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16B1D8C4-E6A6-2296-B838-683411D9AB61}"/>
              </a:ext>
            </a:extLst>
          </p:cNvPr>
          <p:cNvGrpSpPr/>
          <p:nvPr/>
        </p:nvGrpSpPr>
        <p:grpSpPr>
          <a:xfrm>
            <a:off x="9906000" y="4790016"/>
            <a:ext cx="4572000" cy="1025178"/>
            <a:chOff x="9906000" y="4305301"/>
            <a:chExt cx="4572000" cy="102517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D603695-EFF9-E5EA-9F2D-2EE0CAE8EA69}"/>
                </a:ext>
              </a:extLst>
            </p:cNvPr>
            <p:cNvSpPr/>
            <p:nvPr/>
          </p:nvSpPr>
          <p:spPr>
            <a:xfrm>
              <a:off x="9906000" y="4305301"/>
              <a:ext cx="2514600" cy="43017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FBD27A3E-C783-9065-7DF2-4894B33D9A15}"/>
                </a:ext>
              </a:extLst>
            </p:cNvPr>
            <p:cNvCxnSpPr>
              <a:cxnSpLocks/>
              <a:stCxn id="9" idx="2"/>
              <a:endCxn id="7" idx="3"/>
            </p:cNvCxnSpPr>
            <p:nvPr/>
          </p:nvCxnSpPr>
          <p:spPr>
            <a:xfrm flipH="1" flipV="1">
              <a:off x="12420600" y="4520387"/>
              <a:ext cx="1143000" cy="352892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流程圖: 接點 8">
              <a:extLst>
                <a:ext uri="{FF2B5EF4-FFF2-40B4-BE49-F238E27FC236}">
                  <a16:creationId xmlns:a16="http://schemas.microsoft.com/office/drawing/2014/main" id="{6C635732-7720-6D8B-34F1-DEB822B3B1D3}"/>
                </a:ext>
              </a:extLst>
            </p:cNvPr>
            <p:cNvSpPr/>
            <p:nvPr/>
          </p:nvSpPr>
          <p:spPr>
            <a:xfrm>
              <a:off x="13563600" y="4416079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3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603941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B08C2CCD-AE73-6DB7-AE02-24BCB2354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014" y="2851128"/>
            <a:ext cx="6984311" cy="533306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F524413-84DC-75C3-525F-FE15DB8F4BC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17342" y="2095500"/>
            <a:ext cx="9182100" cy="65278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en-US" altLang="zh-TW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Include Paths 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裡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貼上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路徑如下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：</a:t>
            </a:r>
            <a:endParaRPr lang="en-US" altLang="zh-TW" sz="5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lvl="1" algn="just">
              <a:spcBef>
                <a:spcPct val="0"/>
              </a:spcBef>
            </a:pP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..\..\..\..\..\..\sources\device\ht32f675x5\Include;..\..\..\..\..\..\sources\drivers\ht32f675x5_r2\ht32\register;..\..\..\..\..\..\sources\drivers\ht32f675x5_r2\ht32\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hw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;..\..\..\..\..\..\sources\drivers\ht32f675x5_r2\ht32\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hal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;..\..\..\..\..\..\sources\drivers\ht32f675x5_r2\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ext_flash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;..\..\..\..\..\..\sources\patch\ht32f675x5_patch_lib_r2\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patch_hw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;..\..\..\..\..\..\sources\patch\ht32f675x5_patch_lib_r2\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patch_hal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;..\..\..\..\..\..\sources\boards;..\..\..\..\..\..\sources\components\ht32f675x5_r2\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app_debug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err_debug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fw_upgrade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lpwr_ctrl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rom_callback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;..\..\..\..\..\..\sources\components\ht32f675x5_r2\utility;..\..\..\..\..\..\sources\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mem_cfg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;..\..\config;.\RTE\_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ble_peripheral_mp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mp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;..\..\..\..\..\..\sources\patch\ht32f675x5_patch_lib_r2\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patch_hw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inc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D1BE748-FDE5-66A6-ED7C-D6F23CB7B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92</a:t>
            </a:fld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75E11E2-C370-56B5-55BE-00C39F465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/4)</a:t>
            </a:r>
            <a:endParaRPr lang="zh-TW" altLang="en-US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26854289-E2BC-3D88-BB41-D96AFEF6D37E}"/>
              </a:ext>
            </a:extLst>
          </p:cNvPr>
          <p:cNvGrpSpPr/>
          <p:nvPr/>
        </p:nvGrpSpPr>
        <p:grpSpPr>
          <a:xfrm>
            <a:off x="11582400" y="4638820"/>
            <a:ext cx="5905500" cy="1868660"/>
            <a:chOff x="11734800" y="4638820"/>
            <a:chExt cx="5905500" cy="186866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9932758-98CB-6D7A-6A52-09B0AE8EDCC9}"/>
                </a:ext>
              </a:extLst>
            </p:cNvPr>
            <p:cNvSpPr/>
            <p:nvPr/>
          </p:nvSpPr>
          <p:spPr>
            <a:xfrm>
              <a:off x="11734800" y="6126480"/>
              <a:ext cx="5905500" cy="3810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D4E55797-6321-90C1-489A-6F8BFC7AA3C2}"/>
                </a:ext>
              </a:extLst>
            </p:cNvPr>
            <p:cNvCxnSpPr>
              <a:cxnSpLocks/>
              <a:stCxn id="15" idx="4"/>
              <a:endCxn id="10" idx="0"/>
            </p:cNvCxnSpPr>
            <p:nvPr/>
          </p:nvCxnSpPr>
          <p:spPr>
            <a:xfrm>
              <a:off x="14687550" y="5553220"/>
              <a:ext cx="0" cy="57326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流程圖: 接點 14">
              <a:extLst>
                <a:ext uri="{FF2B5EF4-FFF2-40B4-BE49-F238E27FC236}">
                  <a16:creationId xmlns:a16="http://schemas.microsoft.com/office/drawing/2014/main" id="{60860A7A-BC03-C514-2BF4-A5D6E007F4CD}"/>
                </a:ext>
              </a:extLst>
            </p:cNvPr>
            <p:cNvSpPr/>
            <p:nvPr/>
          </p:nvSpPr>
          <p:spPr>
            <a:xfrm>
              <a:off x="14230350" y="4638820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5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68976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AA8AC029-DBA3-7F4C-3A87-F4817FA90D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870" y="2057008"/>
            <a:ext cx="8210260" cy="6172984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FCA8198-625D-2003-28AF-FE82B9FA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(4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D8A289-72FD-98B7-DD4A-3ACFA4BDF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93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78865C-93ED-BC62-6FDB-FBD3A500255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至 </a:t>
            </a:r>
            <a:r>
              <a:rPr lang="en-US" altLang="zh-TW" sz="3200" b="1" dirty="0" err="1">
                <a:solidFill>
                  <a:srgbClr val="000000"/>
                </a:solidFill>
                <a:sym typeface="Noto Sans T Chinese"/>
              </a:rPr>
              <a:t>Misc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 Controls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新增 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Wno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-format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mcpu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=cortex-m33 -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mthumb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-exceptions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fno-rtti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-unwind-tables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fno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-asynchronous-unwind-tables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ffunction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-sections -</a:t>
            </a:r>
            <a:r>
              <a:rPr lang="en-US" altLang="zh-TW" dirty="0" err="1">
                <a:solidFill>
                  <a:srgbClr val="FF0000"/>
                </a:solidFill>
                <a:sym typeface="Noto Sans T Chinese"/>
              </a:rPr>
              <a:t>fdata</a:t>
            </a:r>
            <a:r>
              <a:rPr lang="en-US" altLang="zh-TW" dirty="0">
                <a:solidFill>
                  <a:srgbClr val="FF0000"/>
                </a:solidFill>
                <a:sym typeface="Noto Sans T Chinese"/>
              </a:rPr>
              <a:t>-sections</a:t>
            </a:r>
            <a:r>
              <a:rPr lang="zh-TW" altLang="en-US" dirty="0">
                <a:sym typeface="Noto Sans T Chinese"/>
              </a:rPr>
              <a:t>。</a:t>
            </a:r>
            <a:endParaRPr lang="zh-TW" altLang="en-US" dirty="0"/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B8C948BE-DD0D-7B1C-4A3E-64ED26EBB12F}"/>
              </a:ext>
            </a:extLst>
          </p:cNvPr>
          <p:cNvSpPr/>
          <p:nvPr/>
        </p:nvSpPr>
        <p:spPr>
          <a:xfrm>
            <a:off x="10439400" y="4686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9799458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D5B07-F4CC-0F0E-7BAD-12FD69E13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9B56BCD-180E-A6B2-2D71-C3517995E8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2"/>
          <a:stretch/>
        </p:blipFill>
        <p:spPr>
          <a:xfrm>
            <a:off x="5124740" y="2093607"/>
            <a:ext cx="8210260" cy="625029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999686E2-6C77-751F-DD00-5D9BDE2D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Linker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內容 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08EBD2B-4864-6F7A-450A-F1FBE1851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94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內容版面配置區 2">
            <a:extLst>
              <a:ext uri="{FF2B5EF4-FFF2-40B4-BE49-F238E27FC236}">
                <a16:creationId xmlns:a16="http://schemas.microsoft.com/office/drawing/2014/main" id="{68ADFB1B-C5C2-7847-F7AB-9C040C0DC458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just"/>
            <a:r>
              <a:rPr lang="zh-TW" altLang="en-US" dirty="0"/>
              <a:t>選擇</a:t>
            </a:r>
            <a:r>
              <a:rPr lang="en-US" altLang="zh-TW" dirty="0"/>
              <a:t>Linker Script File</a:t>
            </a:r>
            <a:r>
              <a:rPr lang="zh-TW" altLang="en-US" dirty="0"/>
              <a:t>路徑，其路徑為：</a:t>
            </a:r>
            <a:br>
              <a:rPr lang="en-US" altLang="zh-TW" dirty="0"/>
            </a:br>
            <a:r>
              <a:rPr lang="en-US" altLang="zh-TW" dirty="0"/>
              <a:t>HT32F675x5_FWLib_V1.0.7f_425\projects\</a:t>
            </a:r>
            <a:r>
              <a:rPr lang="en-US" altLang="zh-TW" dirty="0" err="1"/>
              <a:t>ble_examples</a:t>
            </a:r>
            <a:r>
              <a:rPr lang="en-US" altLang="zh-TW" dirty="0"/>
              <a:t>\</a:t>
            </a:r>
            <a:r>
              <a:rPr lang="en-US" altLang="zh-TW" dirty="0" err="1"/>
              <a:t>ble_peripheral</a:t>
            </a:r>
            <a:r>
              <a:rPr lang="en-US" altLang="zh-TW" dirty="0"/>
              <a:t>\ht32f675x5_r2\project_HT32-IDE\</a:t>
            </a:r>
            <a:r>
              <a:rPr lang="en-US" altLang="zh-TW" dirty="0" err="1"/>
              <a:t>mp</a:t>
            </a:r>
            <a:r>
              <a:rPr lang="en-US" altLang="zh-TW" dirty="0"/>
              <a:t>→ </a:t>
            </a:r>
            <a:r>
              <a:rPr lang="zh-TW" altLang="en-US" dirty="0"/>
              <a:t>選擇 </a:t>
            </a:r>
            <a:r>
              <a:rPr lang="en-US" altLang="zh-TW" dirty="0" err="1">
                <a:solidFill>
                  <a:srgbClr val="FF0000"/>
                </a:solidFill>
              </a:rPr>
              <a:t>ble_peripheral_mp.ld</a:t>
            </a:r>
            <a:endParaRPr lang="en-US" altLang="zh-TW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A85141B5-E2DB-BC05-80F6-58DFE9C73755}"/>
              </a:ext>
            </a:extLst>
          </p:cNvPr>
          <p:cNvGrpSpPr/>
          <p:nvPr/>
        </p:nvGrpSpPr>
        <p:grpSpPr>
          <a:xfrm>
            <a:off x="11430000" y="4567025"/>
            <a:ext cx="3378397" cy="1004274"/>
            <a:chOff x="11430000" y="4567025"/>
            <a:chExt cx="3378397" cy="1004274"/>
          </a:xfrm>
        </p:grpSpPr>
        <p:sp>
          <p:nvSpPr>
            <p:cNvPr id="15" name="矩形 14"/>
            <p:cNvSpPr/>
            <p:nvPr/>
          </p:nvSpPr>
          <p:spPr>
            <a:xfrm>
              <a:off x="11430000" y="4836073"/>
              <a:ext cx="381000" cy="466177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流程圖: 接點 6">
              <a:extLst>
                <a:ext uri="{FF2B5EF4-FFF2-40B4-BE49-F238E27FC236}">
                  <a16:creationId xmlns:a16="http://schemas.microsoft.com/office/drawing/2014/main" id="{F93D91B5-E347-62FC-C624-EA6FE79FCA3D}"/>
                </a:ext>
              </a:extLst>
            </p:cNvPr>
            <p:cNvSpPr/>
            <p:nvPr/>
          </p:nvSpPr>
          <p:spPr>
            <a:xfrm>
              <a:off x="13804123" y="4567025"/>
              <a:ext cx="1004274" cy="1004274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  <a:endParaRPr lang="zh-TW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66617711-1145-9122-287E-86F8B93E5B00}"/>
                </a:ext>
              </a:extLst>
            </p:cNvPr>
            <p:cNvCxnSpPr>
              <a:cxnSpLocks/>
              <a:stCxn id="7" idx="2"/>
              <a:endCxn id="15" idx="3"/>
            </p:cNvCxnSpPr>
            <p:nvPr/>
          </p:nvCxnSpPr>
          <p:spPr>
            <a:xfrm flipH="1">
              <a:off x="11811000" y="5069162"/>
              <a:ext cx="1993123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325458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8C44655D-EF39-F7A7-C37F-452ABEE5A2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2"/>
          <a:stretch/>
        </p:blipFill>
        <p:spPr>
          <a:xfrm>
            <a:off x="9315740" y="2324100"/>
            <a:ext cx="8210260" cy="6250293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10434162" y="6463474"/>
            <a:ext cx="6010750" cy="5235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44FCB04-BF4B-18A1-9277-7FF9B651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Linker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(2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/2)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F04EE45-566D-201E-75B7-069241D2DE3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031319" y="2738438"/>
            <a:ext cx="7810500" cy="6527800"/>
          </a:xfrm>
        </p:spPr>
        <p:txBody>
          <a:bodyPr>
            <a:normAutofit lnSpcReduction="10000"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在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Misc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 controls</a:t>
            </a:r>
            <a:r>
              <a:rPr lang="zh-TW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sym typeface="Noto Sans T Chinese"/>
              </a:rPr>
              <a:t>裡加入以下指令來讓程式可以編譯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sym typeface="Noto Sans T Chinese"/>
            </a:endParaRPr>
          </a:p>
          <a:p>
            <a:pPr marL="742950" indent="-742950" algn="just">
              <a:spcBef>
                <a:spcPct val="0"/>
              </a:spcBef>
              <a:buFont typeface="+mj-lt"/>
              <a:buAutoNum type="arabicPeriod" startAt="2"/>
            </a:pPr>
            <a:endParaRPr lang="zh-TW" altLang="en-US" sz="4000" b="1" dirty="0">
              <a:solidFill>
                <a:srgbClr val="000000"/>
              </a:solidFill>
              <a:latin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Nostartfiles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Wl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,--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gc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-sections</a:t>
            </a: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mcpu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=cortex-m33 –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mthumb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--specs=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nano.specs</a:t>
            </a: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endParaRPr lang="en-US" altLang="zh-TW" sz="40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Noto Sans T Chinese"/>
            </a:endParaRPr>
          </a:p>
          <a:p>
            <a:pPr lvl="2" algn="just">
              <a:spcBef>
                <a:spcPct val="0"/>
              </a:spcBef>
            </a:pP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lstdc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++ 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lsupc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++ -</a:t>
            </a:r>
            <a:r>
              <a:rPr lang="en-US" altLang="zh-TW" sz="4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lm</a:t>
            </a:r>
            <a:r>
              <a:rPr lang="en-US" altLang="zh-TW" sz="40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 -lc</a:t>
            </a:r>
          </a:p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C253217-B73A-FF18-7869-D916C5E24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95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AA9B8BA1-3A0F-7D48-DE40-31B2252D963B}"/>
              </a:ext>
            </a:extLst>
          </p:cNvPr>
          <p:cNvSpPr/>
          <p:nvPr/>
        </p:nvSpPr>
        <p:spPr>
          <a:xfrm>
            <a:off x="15316200" y="7686284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5203B8B0-5949-4A49-5373-F07DC8280E35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5773400" y="6999635"/>
            <a:ext cx="0" cy="68664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46190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圖片 23">
            <a:extLst>
              <a:ext uri="{FF2B5EF4-FFF2-40B4-BE49-F238E27FC236}">
                <a16:creationId xmlns:a16="http://schemas.microsoft.com/office/drawing/2014/main" id="{CBB44A1F-E6AE-7AB4-93B1-030F56573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245" y="1642281"/>
            <a:ext cx="8841438" cy="670635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3C37948-EF7F-1D0B-6E7F-D58D80B6F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sym typeface="Noto Sans T Chinese"/>
              </a:rPr>
              <a:t>Debug </a:t>
            </a:r>
            <a:r>
              <a:rPr lang="zh-TW" altLang="en-US" b="1" dirty="0">
                <a:solidFill>
                  <a:srgbClr val="000000"/>
                </a:solidFill>
                <a:sym typeface="Noto Sans T Chinese"/>
              </a:rPr>
              <a:t>內容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09B4E20-2A6A-5E98-67EF-8D4FC903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96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2AB9FA-2606-0E63-5562-BEF6BA4E3BB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點擊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Debug →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點擊向下箭頭 </a:t>
            </a:r>
            <a:r>
              <a:rPr lang="en-US" altLang="zh-TW" sz="3200" b="1" dirty="0">
                <a:solidFill>
                  <a:srgbClr val="000000"/>
                </a:solidFill>
                <a:sym typeface="Noto Sans T Chinese"/>
              </a:rPr>
              <a:t>→ </a:t>
            </a:r>
            <a:r>
              <a:rPr lang="zh-TW" altLang="en-US" sz="3200" b="1" dirty="0">
                <a:solidFill>
                  <a:srgbClr val="000000"/>
                </a:solidFill>
                <a:sym typeface="Noto Sans T Chinese"/>
              </a:rPr>
              <a:t>選擇 </a:t>
            </a:r>
            <a:r>
              <a:rPr lang="en-US" altLang="zh-TW" sz="3200" b="1" dirty="0">
                <a:solidFill>
                  <a:srgbClr val="FF0000"/>
                </a:solidFill>
                <a:sym typeface="Noto Sans T Chinese"/>
              </a:rPr>
              <a:t>CMSIS-DAP ARMv8-M Debugger</a:t>
            </a:r>
            <a:r>
              <a:rPr lang="zh-TW" altLang="en-US" sz="3200" b="1" dirty="0">
                <a:sym typeface="Noto Sans T Chinese"/>
              </a:rPr>
              <a:t>。</a:t>
            </a:r>
            <a:endParaRPr lang="en-US" altLang="zh-TW" sz="3200" b="1" dirty="0"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4" name="流程圖: 接點 3">
            <a:extLst>
              <a:ext uri="{FF2B5EF4-FFF2-40B4-BE49-F238E27FC236}">
                <a16:creationId xmlns:a16="http://schemas.microsoft.com/office/drawing/2014/main" id="{0DD234EE-EE0C-5045-69C5-FB4FCB504DAA}"/>
              </a:ext>
            </a:extLst>
          </p:cNvPr>
          <p:cNvSpPr/>
          <p:nvPr/>
        </p:nvSpPr>
        <p:spPr>
          <a:xfrm>
            <a:off x="8463764" y="1878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流程圖: 接點 5">
            <a:extLst>
              <a:ext uri="{FF2B5EF4-FFF2-40B4-BE49-F238E27FC236}">
                <a16:creationId xmlns:a16="http://schemas.microsoft.com/office/drawing/2014/main" id="{709B6770-B780-FFFF-FA86-22AC47F931F9}"/>
              </a:ext>
            </a:extLst>
          </p:cNvPr>
          <p:cNvSpPr/>
          <p:nvPr/>
        </p:nvSpPr>
        <p:spPr>
          <a:xfrm>
            <a:off x="12954000" y="232076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CAF96A0A-CB57-74D2-5E81-0FB4B84B0CBC}"/>
              </a:ext>
            </a:extLst>
          </p:cNvPr>
          <p:cNvSpPr/>
          <p:nvPr/>
        </p:nvSpPr>
        <p:spPr>
          <a:xfrm>
            <a:off x="12884483" y="389817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BB714D-3F2D-4FC4-4232-76FA77E308C8}"/>
              </a:ext>
            </a:extLst>
          </p:cNvPr>
          <p:cNvSpPr/>
          <p:nvPr/>
        </p:nvSpPr>
        <p:spPr>
          <a:xfrm>
            <a:off x="10058400" y="2209924"/>
            <a:ext cx="752475" cy="30447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99B2493-C16A-94CB-E777-7CD421EE44FE}"/>
              </a:ext>
            </a:extLst>
          </p:cNvPr>
          <p:cNvCxnSpPr>
            <a:cxnSpLocks/>
            <a:stCxn id="4" idx="6"/>
            <a:endCxn id="11" idx="1"/>
          </p:cNvCxnSpPr>
          <p:nvPr/>
        </p:nvCxnSpPr>
        <p:spPr>
          <a:xfrm>
            <a:off x="9378164" y="2336005"/>
            <a:ext cx="680236" cy="2615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FE609B4-3341-6CC5-280C-EF976994654A}"/>
              </a:ext>
            </a:extLst>
          </p:cNvPr>
          <p:cNvSpPr/>
          <p:nvPr/>
        </p:nvSpPr>
        <p:spPr>
          <a:xfrm>
            <a:off x="11734800" y="2656942"/>
            <a:ext cx="260350" cy="24204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EFE05024-CAA7-9CC4-6B25-1857B00A3B41}"/>
              </a:ext>
            </a:extLst>
          </p:cNvPr>
          <p:cNvCxnSpPr>
            <a:cxnSpLocks/>
            <a:stCxn id="6" idx="2"/>
            <a:endCxn id="21" idx="3"/>
          </p:cNvCxnSpPr>
          <p:nvPr/>
        </p:nvCxnSpPr>
        <p:spPr>
          <a:xfrm flipH="1">
            <a:off x="11995150" y="2777965"/>
            <a:ext cx="9588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CB9729E8-1A98-5692-7D2A-068172CB2404}"/>
              </a:ext>
            </a:extLst>
          </p:cNvPr>
          <p:cNvCxnSpPr>
            <a:cxnSpLocks/>
            <a:stCxn id="7" idx="2"/>
          </p:cNvCxnSpPr>
          <p:nvPr/>
        </p:nvCxnSpPr>
        <p:spPr>
          <a:xfrm flipH="1" flipV="1">
            <a:off x="12039600" y="4229100"/>
            <a:ext cx="844883" cy="1262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09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4FA1DD6-7B25-9F69-CE7F-24CECE9C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(1/4)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05CBD4-388F-3F94-CDFE-FF70CF1C6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97</a:t>
            </a:fld>
            <a:endParaRPr kumimoji="1"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50CE24B-EB45-BC01-EB3A-B5CEDF6AA34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在上方工具列點擊       </a:t>
            </a:r>
            <a:r>
              <a:rPr lang="en-US" altLang="zh-TW" dirty="0"/>
              <a:t>【 Pack installer 】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→ </a:t>
            </a:r>
            <a:r>
              <a:rPr lang="zh-TW" altLang="en-US" dirty="0"/>
              <a:t>點擊 </a:t>
            </a:r>
            <a:r>
              <a:rPr lang="en-US" altLang="zh-TW" dirty="0"/>
              <a:t>File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→ </a:t>
            </a:r>
            <a:r>
              <a:rPr lang="zh-TW" altLang="en-US" dirty="0">
                <a:solidFill>
                  <a:srgbClr val="000000"/>
                </a:solidFill>
                <a:sym typeface="Noto Sans T Chinese"/>
              </a:rPr>
              <a:t>點擊</a:t>
            </a:r>
            <a:r>
              <a:rPr lang="en-US" altLang="zh-TW" dirty="0">
                <a:solidFill>
                  <a:srgbClr val="000000"/>
                </a:solidFill>
                <a:sym typeface="Noto Sans T Chinese"/>
              </a:rPr>
              <a:t> </a:t>
            </a:r>
            <a:r>
              <a:rPr lang="en-US" altLang="zh-TW" dirty="0"/>
              <a:t>Import </a:t>
            </a:r>
            <a:r>
              <a:rPr lang="zh-TW" altLang="en-US" dirty="0"/>
              <a:t>選項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22286D5A-93EC-E4BC-5C3C-8D5970FBE941}"/>
              </a:ext>
            </a:extLst>
          </p:cNvPr>
          <p:cNvGrpSpPr/>
          <p:nvPr/>
        </p:nvGrpSpPr>
        <p:grpSpPr>
          <a:xfrm>
            <a:off x="2340288" y="2292956"/>
            <a:ext cx="11942190" cy="6047164"/>
            <a:chOff x="2340288" y="2292956"/>
            <a:chExt cx="11942190" cy="6047164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A53D4D6D-E0B2-30C4-C006-AA378F021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243" t="2901" b="2909"/>
            <a:stretch/>
          </p:blipFill>
          <p:spPr>
            <a:xfrm>
              <a:off x="4005522" y="2292956"/>
              <a:ext cx="10276956" cy="6047164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853EC94-76FF-4D1C-559C-703C928DF209}"/>
                </a:ext>
              </a:extLst>
            </p:cNvPr>
            <p:cNvSpPr/>
            <p:nvPr/>
          </p:nvSpPr>
          <p:spPr>
            <a:xfrm>
              <a:off x="3971925" y="3162300"/>
              <a:ext cx="752475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D86F523-7E73-1B65-2709-05878BA1ADE5}"/>
                </a:ext>
              </a:extLst>
            </p:cNvPr>
            <p:cNvSpPr/>
            <p:nvPr/>
          </p:nvSpPr>
          <p:spPr>
            <a:xfrm>
              <a:off x="3971926" y="4602163"/>
              <a:ext cx="8143874" cy="6096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454F0B0C-C822-C806-C3C1-79EFE4983BF8}"/>
                </a:ext>
              </a:extLst>
            </p:cNvPr>
            <p:cNvCxnSpPr>
              <a:cxnSpLocks/>
              <a:stCxn id="11" idx="6"/>
              <a:endCxn id="7" idx="1"/>
            </p:cNvCxnSpPr>
            <p:nvPr/>
          </p:nvCxnSpPr>
          <p:spPr>
            <a:xfrm>
              <a:off x="3259450" y="3465517"/>
              <a:ext cx="712475" cy="158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371ED1BC-33FF-AF57-A3F9-9CF39B134906}"/>
                </a:ext>
              </a:extLst>
            </p:cNvPr>
            <p:cNvCxnSpPr>
              <a:cxnSpLocks/>
              <a:stCxn id="12" idx="6"/>
              <a:endCxn id="8" idx="1"/>
            </p:cNvCxnSpPr>
            <p:nvPr/>
          </p:nvCxnSpPr>
          <p:spPr>
            <a:xfrm>
              <a:off x="3254688" y="4906963"/>
              <a:ext cx="717238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流程圖: 接點 10">
              <a:extLst>
                <a:ext uri="{FF2B5EF4-FFF2-40B4-BE49-F238E27FC236}">
                  <a16:creationId xmlns:a16="http://schemas.microsoft.com/office/drawing/2014/main" id="{E6138BFF-058C-D31E-C065-A7E0BFABD022}"/>
                </a:ext>
              </a:extLst>
            </p:cNvPr>
            <p:cNvSpPr/>
            <p:nvPr/>
          </p:nvSpPr>
          <p:spPr>
            <a:xfrm>
              <a:off x="2345050" y="3008317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流程圖: 接點 11">
              <a:extLst>
                <a:ext uri="{FF2B5EF4-FFF2-40B4-BE49-F238E27FC236}">
                  <a16:creationId xmlns:a16="http://schemas.microsoft.com/office/drawing/2014/main" id="{DA601421-F1CC-F84B-A31E-BC5DBA5427BB}"/>
                </a:ext>
              </a:extLst>
            </p:cNvPr>
            <p:cNvSpPr/>
            <p:nvPr/>
          </p:nvSpPr>
          <p:spPr>
            <a:xfrm>
              <a:off x="2340288" y="4449763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2</a:t>
              </a: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0525EE07-91C1-DEF6-54C6-85B8C8FB55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17" r="6349" b="-1568"/>
          <a:stretch>
            <a:fillRect/>
          </a:stretch>
        </p:blipFill>
        <p:spPr>
          <a:xfrm>
            <a:off x="5943600" y="8439152"/>
            <a:ext cx="762001" cy="82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91541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CD368-1F8E-9160-EF5E-5D0E8996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20B571F-24D7-D38A-834F-C5781A82E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(2/4)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625D36-485F-A16D-69D2-1AF439F6F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98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90348F3-F924-2037-4575-1774335170F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選擇解壓縮後的模型檔案 </a:t>
            </a:r>
            <a:r>
              <a:rPr lang="en-US" altLang="zh-TW" dirty="0"/>
              <a:t>(Edge Impulse</a:t>
            </a:r>
            <a:r>
              <a:rPr lang="zh-TW" altLang="en-US" dirty="0"/>
              <a:t>下載的模型</a:t>
            </a:r>
            <a:r>
              <a:rPr lang="en-US" altLang="zh-TW" dirty="0"/>
              <a:t>) </a:t>
            </a:r>
            <a:r>
              <a:rPr lang="zh-TW" altLang="en-US" dirty="0"/>
              <a:t>→ 點擊開啟。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0C24683-E3CE-2FC9-A4D6-F91BE98E6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032" y="2039937"/>
            <a:ext cx="11025935" cy="585822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3C3F2F2-08B8-89F3-CFAB-7A5858272B09}"/>
              </a:ext>
            </a:extLst>
          </p:cNvPr>
          <p:cNvSpPr/>
          <p:nvPr/>
        </p:nvSpPr>
        <p:spPr>
          <a:xfrm>
            <a:off x="6172200" y="3619500"/>
            <a:ext cx="7951367" cy="96157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45903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F7C92-BC49-7E16-9458-1320D665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4EF7468C-2386-A80B-65F1-05A864BF7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562100"/>
            <a:ext cx="10620977" cy="611937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8A7767A3-69C1-A6F8-836E-E3FF0462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1C7234-6024-1739-A619-6A310C6F5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99</a:t>
            </a:fld>
            <a:endParaRPr kumimoji="1" lang="zh-TW" altLang="en-US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3E758613-1895-6DB4-5630-8A3E9A087DB4}"/>
              </a:ext>
            </a:extLst>
          </p:cNvPr>
          <p:cNvGrpSpPr/>
          <p:nvPr/>
        </p:nvGrpSpPr>
        <p:grpSpPr>
          <a:xfrm>
            <a:off x="2736850" y="1735758"/>
            <a:ext cx="6629400" cy="5713929"/>
            <a:chOff x="2736850" y="1945617"/>
            <a:chExt cx="6629400" cy="5713929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7FAADA65-5AF8-FFFF-1E41-B589DF2998A7}"/>
                </a:ext>
              </a:extLst>
            </p:cNvPr>
            <p:cNvSpPr/>
            <p:nvPr/>
          </p:nvSpPr>
          <p:spPr>
            <a:xfrm>
              <a:off x="4381499" y="5150953"/>
              <a:ext cx="4984751" cy="81089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DFEBF2F5-E63E-D880-260D-75D262FE5014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3657600" y="5556399"/>
              <a:ext cx="723899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流程圖: 接點 44">
              <a:extLst>
                <a:ext uri="{FF2B5EF4-FFF2-40B4-BE49-F238E27FC236}">
                  <a16:creationId xmlns:a16="http://schemas.microsoft.com/office/drawing/2014/main" id="{5B3EBC46-D083-4577-3E53-719C316FF9DD}"/>
                </a:ext>
              </a:extLst>
            </p:cNvPr>
            <p:cNvSpPr/>
            <p:nvPr/>
          </p:nvSpPr>
          <p:spPr>
            <a:xfrm>
              <a:off x="2736850" y="1945617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6C900079-3764-687F-DD5D-53905B485B0A}"/>
                </a:ext>
              </a:extLst>
            </p:cNvPr>
            <p:cNvSpPr/>
            <p:nvPr/>
          </p:nvSpPr>
          <p:spPr>
            <a:xfrm>
              <a:off x="8324198" y="7351702"/>
              <a:ext cx="895350" cy="30784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流程圖: 接點 47">
              <a:extLst>
                <a:ext uri="{FF2B5EF4-FFF2-40B4-BE49-F238E27FC236}">
                  <a16:creationId xmlns:a16="http://schemas.microsoft.com/office/drawing/2014/main" id="{8807080D-5E2B-702C-754D-DE316EA2A877}"/>
                </a:ext>
              </a:extLst>
            </p:cNvPr>
            <p:cNvSpPr/>
            <p:nvPr/>
          </p:nvSpPr>
          <p:spPr>
            <a:xfrm>
              <a:off x="8314673" y="6081774"/>
              <a:ext cx="914400" cy="914400"/>
            </a:xfrm>
            <a:prstGeom prst="flowChartConnector">
              <a:avLst/>
            </a:prstGeom>
            <a:solidFill>
              <a:schemeClr val="bg1"/>
            </a:solidFill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4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5</a:t>
              </a:r>
            </a:p>
          </p:txBody>
        </p: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63D7122F-8750-9E65-3088-1A56590D7117}"/>
                </a:ext>
              </a:extLst>
            </p:cNvPr>
            <p:cNvCxnSpPr>
              <a:cxnSpLocks/>
              <a:stCxn id="48" idx="4"/>
              <a:endCxn id="47" idx="0"/>
            </p:cNvCxnSpPr>
            <p:nvPr/>
          </p:nvCxnSpPr>
          <p:spPr>
            <a:xfrm>
              <a:off x="8771873" y="6996174"/>
              <a:ext cx="0" cy="355528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內容版面配置區 2">
            <a:extLst>
              <a:ext uri="{FF2B5EF4-FFF2-40B4-BE49-F238E27FC236}">
                <a16:creationId xmlns:a16="http://schemas.microsoft.com/office/drawing/2014/main" id="{4D032531-2A7A-B887-EC4C-879432DC73FC}"/>
              </a:ext>
            </a:extLst>
          </p:cNvPr>
          <p:cNvSpPr txBox="1">
            <a:spLocks/>
          </p:cNvSpPr>
          <p:nvPr/>
        </p:nvSpPr>
        <p:spPr>
          <a:xfrm>
            <a:off x="1257300" y="8318502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just">
              <a:spcBef>
                <a:spcPct val="0"/>
              </a:spcBef>
            </a:pP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在上方工具列點擊    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【Select software Packs】→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把勾選取消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→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檢查紅框內的版本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如果版本不對，點擊   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【Pack installer】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，在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HT32F49395_100LQFP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的右方資訊裡找相對應的版本下載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→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點擊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OK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。</a:t>
            </a:r>
            <a:endParaRPr lang="zh-TW" altLang="en-US" dirty="0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BF1E7877-9129-D2D3-ED3C-B7E3954F47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0" t="13333" r="9779" b="11093"/>
          <a:stretch>
            <a:fillRect/>
          </a:stretch>
        </p:blipFill>
        <p:spPr>
          <a:xfrm>
            <a:off x="5473700" y="8158215"/>
            <a:ext cx="611281" cy="575867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093D6833-19E2-B9BF-F6BF-966846CAA5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69" t="8411" r="5974" b="7681"/>
          <a:stretch>
            <a:fillRect/>
          </a:stretch>
        </p:blipFill>
        <p:spPr>
          <a:xfrm>
            <a:off x="5213350" y="8737484"/>
            <a:ext cx="519112" cy="527571"/>
          </a:xfrm>
          <a:prstGeom prst="rect">
            <a:avLst/>
          </a:prstGeom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7AA3F0E4-EAB2-2814-149E-259F5250D885}"/>
              </a:ext>
            </a:extLst>
          </p:cNvPr>
          <p:cNvSpPr/>
          <p:nvPr/>
        </p:nvSpPr>
        <p:spPr>
          <a:xfrm>
            <a:off x="4267200" y="2063556"/>
            <a:ext cx="228600" cy="2605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EFB6434D-6A74-3B18-DC74-19E462603EDF}"/>
              </a:ext>
            </a:extLst>
          </p:cNvPr>
          <p:cNvCxnSpPr>
            <a:cxnSpLocks/>
            <a:stCxn id="45" idx="6"/>
            <a:endCxn id="58" idx="1"/>
          </p:cNvCxnSpPr>
          <p:nvPr/>
        </p:nvCxnSpPr>
        <p:spPr>
          <a:xfrm>
            <a:off x="3651250" y="2192958"/>
            <a:ext cx="615950" cy="87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>
            <a:extLst>
              <a:ext uri="{FF2B5EF4-FFF2-40B4-BE49-F238E27FC236}">
                <a16:creationId xmlns:a16="http://schemas.microsoft.com/office/drawing/2014/main" id="{C39CAAA3-3E08-CF56-3520-FF9B5FEF6F63}"/>
              </a:ext>
            </a:extLst>
          </p:cNvPr>
          <p:cNvSpPr/>
          <p:nvPr/>
        </p:nvSpPr>
        <p:spPr>
          <a:xfrm>
            <a:off x="4267200" y="3525839"/>
            <a:ext cx="5105400" cy="3222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4637AAA-D683-9660-85C8-37C31053A72C}"/>
              </a:ext>
            </a:extLst>
          </p:cNvPr>
          <p:cNvSpPr/>
          <p:nvPr/>
        </p:nvSpPr>
        <p:spPr>
          <a:xfrm>
            <a:off x="4273549" y="3078163"/>
            <a:ext cx="5092701" cy="2789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B326D39-ED10-4861-8993-EE07E0B88E8C}"/>
              </a:ext>
            </a:extLst>
          </p:cNvPr>
          <p:cNvSpPr/>
          <p:nvPr/>
        </p:nvSpPr>
        <p:spPr>
          <a:xfrm>
            <a:off x="4279899" y="2627313"/>
            <a:ext cx="5092701" cy="25463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6" name="直線單箭頭接點 105">
            <a:extLst>
              <a:ext uri="{FF2B5EF4-FFF2-40B4-BE49-F238E27FC236}">
                <a16:creationId xmlns:a16="http://schemas.microsoft.com/office/drawing/2014/main" id="{D856653A-A2E5-3850-A982-D1376CBCFD80}"/>
              </a:ext>
            </a:extLst>
          </p:cNvPr>
          <p:cNvCxnSpPr>
            <a:cxnSpLocks/>
          </p:cNvCxnSpPr>
          <p:nvPr/>
        </p:nvCxnSpPr>
        <p:spPr>
          <a:xfrm>
            <a:off x="3657600" y="3643314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0EF48673-33C1-468A-B74D-0D828578738B}"/>
              </a:ext>
            </a:extLst>
          </p:cNvPr>
          <p:cNvCxnSpPr>
            <a:cxnSpLocks/>
          </p:cNvCxnSpPr>
          <p:nvPr/>
        </p:nvCxnSpPr>
        <p:spPr>
          <a:xfrm>
            <a:off x="3657600" y="3203895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DEE0F04C-F76A-A6BA-4F5E-85DCE69D749A}"/>
              </a:ext>
            </a:extLst>
          </p:cNvPr>
          <p:cNvCxnSpPr>
            <a:cxnSpLocks/>
          </p:cNvCxnSpPr>
          <p:nvPr/>
        </p:nvCxnSpPr>
        <p:spPr>
          <a:xfrm>
            <a:off x="3657600" y="2744789"/>
            <a:ext cx="6159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17854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BC2F319-01DD-40D3-8306-D1996DACF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ABCF04-3004-0A15-64BA-0C0D2E6D7D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00EA45-9640-FDFE-4501-9FDDC6242D9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如果未能在   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【Select software Packs】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找到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ARM::CMSIS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、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ARM::CMSIS-DSP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、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ARM::CMSIS-NN </a:t>
            </a:r>
            <a:r>
              <a:rPr lang="zh-TW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以及 </a:t>
            </a:r>
            <a:r>
              <a:rPr lang="en-US" altLang="zh-TW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EdgeImpulse</a:t>
            </a:r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::EI-SDK Package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EFF93C9-68F1-D6F8-E7C0-4CCBDA930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702"/>
          <a:stretch/>
        </p:blipFill>
        <p:spPr>
          <a:xfrm>
            <a:off x="1079405" y="2864366"/>
            <a:ext cx="16129190" cy="455586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66057D3-0BC0-B9C4-B719-F0595BAD2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8326047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2683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80E41C9-EB9E-D6A6-5964-9F413270E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3ADA92-A6EC-A928-FF28-B54197C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101</a:t>
            </a:fld>
            <a:endParaRPr kumimoji="1"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C14992B-F8D9-B09D-11F3-F0D1DA7BCC60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dirty="0"/>
              <a:t>須前往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https://www.keil.arm.com/packs/cmsis-arm/versions/</a:t>
            </a:r>
            <a:r>
              <a:rPr lang="en-US" altLang="zh-TW" dirty="0"/>
              <a:t>)</a:t>
            </a:r>
            <a:r>
              <a:rPr lang="zh-TW" altLang="en-US" dirty="0"/>
              <a:t>，</a:t>
            </a:r>
            <a:r>
              <a:rPr lang="en-US" altLang="zh-TW" dirty="0"/>
              <a:t> CMSIS</a:t>
            </a:r>
            <a:r>
              <a:rPr lang="zh-TW" altLang="en-US" dirty="0"/>
              <a:t> 的 </a:t>
            </a:r>
            <a:r>
              <a:rPr lang="en-US" altLang="zh-TW" dirty="0"/>
              <a:t>Package</a:t>
            </a:r>
            <a:r>
              <a:rPr lang="zh-TW" altLang="en-US" dirty="0"/>
              <a:t>，並且安裝</a:t>
            </a:r>
          </a:p>
          <a:p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4CDB0424-B1C1-678F-0165-7F73593612D9}"/>
              </a:ext>
            </a:extLst>
          </p:cNvPr>
          <p:cNvGrpSpPr/>
          <p:nvPr/>
        </p:nvGrpSpPr>
        <p:grpSpPr>
          <a:xfrm>
            <a:off x="1200128" y="2891537"/>
            <a:ext cx="15887743" cy="5306443"/>
            <a:chOff x="1200128" y="2891537"/>
            <a:chExt cx="15887743" cy="5306443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001C612A-59F0-0933-2B27-8DF99103054E}"/>
                </a:ext>
              </a:extLst>
            </p:cNvPr>
            <p:cNvGrpSpPr/>
            <p:nvPr/>
          </p:nvGrpSpPr>
          <p:grpSpPr>
            <a:xfrm>
              <a:off x="1200128" y="2891537"/>
              <a:ext cx="15887743" cy="5306443"/>
              <a:chOff x="1200128" y="2891537"/>
              <a:chExt cx="15887743" cy="5306443"/>
            </a:xfrm>
          </p:grpSpPr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12A6DCEF-CE0F-E200-F5DF-FE7F6AB1D3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0128" y="2891537"/>
                <a:ext cx="15887743" cy="5306443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05D9718-5A24-E89D-8E1A-B1E1A94AA180}"/>
                  </a:ext>
                </a:extLst>
              </p:cNvPr>
              <p:cNvSpPr/>
              <p:nvPr/>
            </p:nvSpPr>
            <p:spPr>
              <a:xfrm>
                <a:off x="13030200" y="7499107"/>
                <a:ext cx="1752600" cy="511278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7CF37011-F8C4-2000-A80D-858F39D811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82800" y="7810500"/>
              <a:ext cx="6096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491770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DF443DD-403E-E3E3-852A-6EA5DE6AA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680F8F9-5924-43DA-E6E1-CD22495C8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946A34-EC03-FD86-4FFC-DEA4926178E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須前往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https://www.keil.arm.com/packs/cmsis-dsp-arm/versions/</a:t>
            </a:r>
            <a:r>
              <a:rPr lang="en-US" altLang="zh-TW" dirty="0"/>
              <a:t>)</a:t>
            </a:r>
            <a:r>
              <a:rPr lang="zh-TW" altLang="en-US" dirty="0"/>
              <a:t>，下載 </a:t>
            </a:r>
            <a:r>
              <a:rPr lang="en-US" altLang="zh-TW" dirty="0"/>
              <a:t>DSP </a:t>
            </a:r>
            <a:r>
              <a:rPr lang="zh-TW" altLang="en-US" dirty="0"/>
              <a:t>的 </a:t>
            </a:r>
            <a:r>
              <a:rPr lang="en-US" altLang="zh-TW" dirty="0"/>
              <a:t>Package</a:t>
            </a:r>
            <a:r>
              <a:rPr lang="zh-TW" altLang="en-US" dirty="0"/>
              <a:t>，並且安裝。</a:t>
            </a:r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0F63947-2851-4AAA-6129-E9AAF2FBF9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627" y="2648499"/>
            <a:ext cx="10908745" cy="5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81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426C081-CA4D-A127-7EBA-5D5A9FCDC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BC9FE4-CFD8-2B8C-4C46-AEF852CF0242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須前往 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https://www.keil.arm.com/packs/cmsis-nn-arm/versions/</a:t>
            </a:r>
            <a:r>
              <a:rPr lang="en-US" altLang="zh-TW" dirty="0"/>
              <a:t>)</a:t>
            </a:r>
            <a:r>
              <a:rPr lang="zh-TW" altLang="en-US" dirty="0"/>
              <a:t>，下載 </a:t>
            </a:r>
            <a:r>
              <a:rPr lang="en-US" altLang="zh-TW" dirty="0"/>
              <a:t>NN </a:t>
            </a:r>
            <a:r>
              <a:rPr lang="zh-TW" altLang="en-US" dirty="0"/>
              <a:t>的 </a:t>
            </a:r>
            <a:r>
              <a:rPr lang="en-US" altLang="zh-TW" dirty="0"/>
              <a:t>Package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FF0000"/>
                </a:solidFill>
              </a:rPr>
              <a:t>須注意版本是否為</a:t>
            </a:r>
            <a:r>
              <a:rPr lang="en-US" altLang="zh-TW" dirty="0">
                <a:solidFill>
                  <a:srgbClr val="FF0000"/>
                </a:solidFill>
              </a:rPr>
              <a:t>4.0.0 </a:t>
            </a:r>
            <a:r>
              <a:rPr lang="zh-TW" altLang="en-US" dirty="0"/>
              <a:t>，並且安裝。</a:t>
            </a: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FDADD2B-5C24-5636-0093-1D9F4F7FBF3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643056"/>
            <a:ext cx="10515600" cy="5548444"/>
          </a:xfrm>
          <a:prstGeom prst="rect">
            <a:avLst/>
          </a:prstGeom>
        </p:spPr>
      </p:pic>
      <p:sp>
        <p:nvSpPr>
          <p:cNvPr id="7" name="標題 6">
            <a:extLst>
              <a:ext uri="{FF2B5EF4-FFF2-40B4-BE49-F238E27FC236}">
                <a16:creationId xmlns:a16="http://schemas.microsoft.com/office/drawing/2014/main" id="{1FD7DEC9-4267-D4D3-990F-ED199D6B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280508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3ADA92-A6EC-A928-FF28-B54197C5C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A997FE-094E-28AE-1A20-93764445D4F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pPr algn="just"/>
            <a:r>
              <a:rPr lang="zh-TW" altLang="en-US" dirty="0"/>
              <a:t>須前往</a:t>
            </a:r>
            <a:r>
              <a:rPr lang="en-US" altLang="zh-TW" dirty="0"/>
              <a:t>(</a:t>
            </a:r>
            <a:r>
              <a:rPr lang="en-US" altLang="zh-TW" dirty="0">
                <a:hlinkClick r:id="rId2"/>
              </a:rPr>
              <a:t>https://www.keil.arm.com/packs/ei-sdk-edgeimpulse/versions/</a:t>
            </a:r>
            <a:r>
              <a:rPr lang="en-US" altLang="zh-TW" dirty="0"/>
              <a:t>)</a:t>
            </a:r>
            <a:r>
              <a:rPr lang="zh-TW" altLang="en-US" dirty="0"/>
              <a:t>，下載</a:t>
            </a:r>
            <a:r>
              <a:rPr lang="en-US" altLang="zh-TW" dirty="0" err="1"/>
              <a:t>EdgeImpulse</a:t>
            </a:r>
            <a:r>
              <a:rPr lang="en-US" altLang="zh-TW" dirty="0"/>
              <a:t>::EI-SDK</a:t>
            </a:r>
            <a:r>
              <a:rPr lang="zh-TW" altLang="en-US" dirty="0"/>
              <a:t>的</a:t>
            </a:r>
            <a:r>
              <a:rPr lang="en-US" altLang="zh-TW" dirty="0"/>
              <a:t>Package</a:t>
            </a:r>
            <a:r>
              <a:rPr lang="zh-TW" altLang="en-US" dirty="0"/>
              <a:t>，並且安裝，下載 </a:t>
            </a:r>
            <a:r>
              <a:rPr lang="en-US" altLang="zh-TW" dirty="0" err="1"/>
              <a:t>EdgeImpulse</a:t>
            </a:r>
            <a:r>
              <a:rPr lang="en-US" altLang="zh-TW" dirty="0"/>
              <a:t>::EI-SDK</a:t>
            </a:r>
            <a:r>
              <a:rPr lang="zh-TW" altLang="en-US" dirty="0"/>
              <a:t>的</a:t>
            </a:r>
            <a:r>
              <a:rPr lang="en-US" altLang="zh-TW" dirty="0"/>
              <a:t>Package</a:t>
            </a:r>
            <a:r>
              <a:rPr lang="zh-TW" altLang="en-US" dirty="0"/>
              <a:t>，並且安裝</a:t>
            </a:r>
          </a:p>
          <a:p>
            <a:endParaRPr lang="zh-TW" altLang="en-US" dirty="0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1A2CF554-EDC0-4738-9609-B4901BDEEF49}"/>
              </a:ext>
            </a:extLst>
          </p:cNvPr>
          <p:cNvGrpSpPr/>
          <p:nvPr/>
        </p:nvGrpSpPr>
        <p:grpSpPr>
          <a:xfrm>
            <a:off x="1576644" y="2367230"/>
            <a:ext cx="15134711" cy="5544973"/>
            <a:chOff x="1576644" y="2367230"/>
            <a:chExt cx="15134711" cy="5544973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C44246B-B185-0C7B-6454-E252FA255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6644" y="2367230"/>
              <a:ext cx="15134711" cy="5544973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A7A64B2-00FC-EBAA-FED4-0A7B4BCCFE92}"/>
                </a:ext>
              </a:extLst>
            </p:cNvPr>
            <p:cNvSpPr/>
            <p:nvPr/>
          </p:nvSpPr>
          <p:spPr>
            <a:xfrm>
              <a:off x="11376660" y="7353300"/>
              <a:ext cx="3886200" cy="38840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" name="直線單箭頭接點 5">
              <a:extLst>
                <a:ext uri="{FF2B5EF4-FFF2-40B4-BE49-F238E27FC236}">
                  <a16:creationId xmlns:a16="http://schemas.microsoft.com/office/drawing/2014/main" id="{7CF37011-F8C4-2000-A80D-858F39D8110F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H="1">
              <a:off x="15262860" y="7547503"/>
              <a:ext cx="89154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標題 6">
            <a:extLst>
              <a:ext uri="{FF2B5EF4-FFF2-40B4-BE49-F238E27FC236}">
                <a16:creationId xmlns:a16="http://schemas.microsoft.com/office/drawing/2014/main" id="{BA331838-56D6-5792-36B6-B0DA1A40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Keil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匯入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(3/4) (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續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549646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F396754-5F29-E0EB-0B8A-8A837F4EE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6"/>
          <a:stretch>
            <a:fillRect/>
          </a:stretch>
        </p:blipFill>
        <p:spPr>
          <a:xfrm>
            <a:off x="3248353" y="2027237"/>
            <a:ext cx="11686847" cy="6238887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74B08EFE-3665-B89A-F0B1-50AAC6B8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Keil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匯入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(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4BBF61-DF59-62A4-B7E9-561A4351B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AB66BB-A1BC-0F65-CB99-6C120FE555F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algn="just"/>
            <a:r>
              <a:rPr lang="zh-TW" altLang="en-US" dirty="0"/>
              <a:t>在上方工具列點擊      </a:t>
            </a:r>
            <a:r>
              <a:rPr lang="en-US" altLang="zh-TW" dirty="0"/>
              <a:t>【Manage Run-time Environment】 </a:t>
            </a:r>
          </a:p>
          <a:p>
            <a:pPr algn="just"/>
            <a:r>
              <a:rPr lang="en-US" altLang="zh-TW" dirty="0"/>
              <a:t>→</a:t>
            </a:r>
            <a:r>
              <a:rPr lang="zh-TW" altLang="en-US" dirty="0"/>
              <a:t> 勾選 </a:t>
            </a:r>
            <a:r>
              <a:rPr lang="en-US" altLang="zh-TW" dirty="0"/>
              <a:t>CMSIS</a:t>
            </a:r>
            <a:r>
              <a:rPr lang="zh-TW" altLang="en-US" dirty="0"/>
              <a:t> 下的 </a:t>
            </a:r>
            <a:r>
              <a:rPr lang="en-US" altLang="zh-TW" dirty="0"/>
              <a:t>CORE</a:t>
            </a:r>
            <a:r>
              <a:rPr lang="zh-TW" altLang="en-US" dirty="0"/>
              <a:t>、</a:t>
            </a:r>
            <a:r>
              <a:rPr lang="en-US" altLang="zh-TW" dirty="0"/>
              <a:t>DSP</a:t>
            </a:r>
            <a:r>
              <a:rPr lang="zh-TW" altLang="en-US" dirty="0"/>
              <a:t>、</a:t>
            </a:r>
            <a:r>
              <a:rPr lang="en-US" altLang="zh-TW" dirty="0" err="1"/>
              <a:t>NNLib</a:t>
            </a:r>
            <a:r>
              <a:rPr lang="zh-TW" altLang="en-US" dirty="0"/>
              <a:t> 和 </a:t>
            </a:r>
            <a:r>
              <a:rPr lang="en-US" altLang="zh-TW" dirty="0" err="1"/>
              <a:t>EdgeImpulse</a:t>
            </a:r>
            <a:r>
              <a:rPr lang="zh-TW" altLang="en-US" dirty="0"/>
              <a:t> 下的 </a:t>
            </a:r>
            <a:r>
              <a:rPr lang="en-US" altLang="zh-TW" dirty="0"/>
              <a:t>SDK</a:t>
            </a:r>
          </a:p>
          <a:p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6D4CEAE-EBEE-B348-52BE-96B4E6C70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8421756"/>
            <a:ext cx="687769" cy="698008"/>
          </a:xfrm>
          <a:prstGeom prst="rect">
            <a:avLst/>
          </a:prstGeom>
        </p:spPr>
      </p:pic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995E8C57-B1BA-FB4E-E69D-B61FE59D0B28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15011400" y="4255766"/>
            <a:ext cx="990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7ED123A2-28B1-C8FD-6AE0-1E23C1008A2A}"/>
              </a:ext>
            </a:extLst>
          </p:cNvPr>
          <p:cNvSpPr/>
          <p:nvPr/>
        </p:nvSpPr>
        <p:spPr>
          <a:xfrm>
            <a:off x="3733800" y="3596640"/>
            <a:ext cx="11277600" cy="131825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3CEEB81-5E6A-7B3B-2EC7-77D8ECE52918}"/>
              </a:ext>
            </a:extLst>
          </p:cNvPr>
          <p:cNvSpPr/>
          <p:nvPr/>
        </p:nvSpPr>
        <p:spPr>
          <a:xfrm>
            <a:off x="3733800" y="6057900"/>
            <a:ext cx="11277600" cy="1676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B4EA41D5-3EC5-F68C-E6B2-7EDFB0F60A07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15011400" y="6896100"/>
            <a:ext cx="9906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1712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8F7148-57AD-7A05-CDD7-72CDCCE5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(1/ 10)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FE2CB0-CC2D-CCCD-F8FD-0E51C1AD2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106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293F20E-3F7C-1097-CC63-966E525BA583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zh-TW" altLang="en-US" dirty="0"/>
              <a:t>刪除這三個檔案 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pic>
        <p:nvPicPr>
          <p:cNvPr id="15" name="內容版面配置區 6">
            <a:extLst>
              <a:ext uri="{FF2B5EF4-FFF2-40B4-BE49-F238E27FC236}">
                <a16:creationId xmlns:a16="http://schemas.microsoft.com/office/drawing/2014/main" id="{59FC4408-9B93-AFAB-E9A1-8E47F6FA50F1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/>
          <a:srcRect b="10646"/>
          <a:stretch>
            <a:fillRect/>
          </a:stretch>
        </p:blipFill>
        <p:spPr>
          <a:xfrm>
            <a:off x="1221278" y="2320408"/>
            <a:ext cx="7010835" cy="6629599"/>
          </a:xfrm>
          <a:prstGeom prst="rect">
            <a:avLst/>
          </a:prstGeom>
        </p:spPr>
      </p:pic>
      <p:pic>
        <p:nvPicPr>
          <p:cNvPr id="34" name="內容版面配置區 33">
            <a:extLst>
              <a:ext uri="{FF2B5EF4-FFF2-40B4-BE49-F238E27FC236}">
                <a16:creationId xmlns:a16="http://schemas.microsoft.com/office/drawing/2014/main" id="{38D24083-CB5A-46E5-E9A2-9B2D9ED7FD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382000" y="2432855"/>
            <a:ext cx="8910404" cy="3733800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3C422F21-57C6-95DE-5B8A-FD6658B085DD}"/>
              </a:ext>
            </a:extLst>
          </p:cNvPr>
          <p:cNvSpPr/>
          <p:nvPr/>
        </p:nvSpPr>
        <p:spPr>
          <a:xfrm>
            <a:off x="2895600" y="4381500"/>
            <a:ext cx="27432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98EA7CA-8855-2176-9EC8-F608E37B54B5}"/>
              </a:ext>
            </a:extLst>
          </p:cNvPr>
          <p:cNvSpPr/>
          <p:nvPr/>
        </p:nvSpPr>
        <p:spPr>
          <a:xfrm>
            <a:off x="2895600" y="5330406"/>
            <a:ext cx="3505200" cy="7274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E780731-FC81-7E42-DB7D-AA40D3937751}"/>
              </a:ext>
            </a:extLst>
          </p:cNvPr>
          <p:cNvSpPr/>
          <p:nvPr/>
        </p:nvSpPr>
        <p:spPr>
          <a:xfrm>
            <a:off x="11201400" y="3172820"/>
            <a:ext cx="3733800" cy="3704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428515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6A7E7-3427-EB50-ECCE-18130BC8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08744DF-7ED7-B84D-8E50-D3ED05D87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6C88AA-BC65-E511-CBDD-4366B8E9A36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 err="1">
                <a:solidFill>
                  <a:srgbClr val="FF0000"/>
                </a:solidFill>
              </a:rPr>
              <a:t>Srartup</a:t>
            </a:r>
            <a:r>
              <a:rPr lang="en-US" altLang="zh-TW" dirty="0">
                <a:solidFill>
                  <a:srgbClr val="FF0000"/>
                </a:solidFill>
              </a:rPr>
              <a:t> code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4FC1970-7FBD-3C48-B477-6B3E73F9B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(2/ 10)</a:t>
            </a:r>
            <a:endParaRPr lang="zh-TW" altLang="en-US" dirty="0"/>
          </a:p>
        </p:txBody>
      </p:sp>
      <p:pic>
        <p:nvPicPr>
          <p:cNvPr id="5" name="內容版面配置區 6">
            <a:extLst>
              <a:ext uri="{FF2B5EF4-FFF2-40B4-BE49-F238E27FC236}">
                <a16:creationId xmlns:a16="http://schemas.microsoft.com/office/drawing/2014/main" id="{8A2CFDA3-FB1B-D936-F79F-060E95BA9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027237"/>
            <a:ext cx="9829800" cy="512098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545D4B1-FEDA-8FBE-05FA-E3CF899CC898}"/>
              </a:ext>
            </a:extLst>
          </p:cNvPr>
          <p:cNvSpPr/>
          <p:nvPr/>
        </p:nvSpPr>
        <p:spPr>
          <a:xfrm>
            <a:off x="4724400" y="3546071"/>
            <a:ext cx="7756307" cy="470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328126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8C33C-D4EA-8C76-BA8B-6AD07221F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8">
            <a:extLst>
              <a:ext uri="{FF2B5EF4-FFF2-40B4-BE49-F238E27FC236}">
                <a16:creationId xmlns:a16="http://schemas.microsoft.com/office/drawing/2014/main" id="{8747E2A1-79CD-45D7-1FC7-5CB45C5D3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753004"/>
            <a:ext cx="6255035" cy="6421935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F2F6D40-C206-1291-8E7F-E4043EAE0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B6431D-5B1E-B279-D120-AA2FF9621E4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HT32F675x5_FWLib_V1.0.7f_425\sources\device\ht32f675x5\Source\</a:t>
            </a:r>
            <a:r>
              <a:rPr lang="en-US" altLang="zh-TW" dirty="0" err="1"/>
              <a:t>gcc</a:t>
            </a:r>
            <a:endParaRPr lang="en-US" altLang="zh-TW" dirty="0"/>
          </a:p>
          <a:p>
            <a:r>
              <a:rPr lang="zh-TW" altLang="en-US" dirty="0"/>
              <a:t>選擇 </a:t>
            </a:r>
            <a:r>
              <a:rPr lang="en-US" altLang="zh-TW" dirty="0">
                <a:solidFill>
                  <a:srgbClr val="FF0000"/>
                </a:solidFill>
              </a:rPr>
              <a:t>startup_ARMCM33_gcc.s</a:t>
            </a:r>
            <a:endParaRPr lang="zh-TW" altLang="en-US" dirty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2C29E7A-DE5F-27CD-21E7-1C2E0506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(3/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66700A-BF36-05B6-5AAF-944B27D4A4EA}"/>
              </a:ext>
            </a:extLst>
          </p:cNvPr>
          <p:cNvSpPr/>
          <p:nvPr/>
        </p:nvSpPr>
        <p:spPr>
          <a:xfrm>
            <a:off x="6324600" y="3162300"/>
            <a:ext cx="19812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B86CF5CD-C37E-292E-6FD9-B666DBDE1A97}"/>
              </a:ext>
            </a:extLst>
          </p:cNvPr>
          <p:cNvSpPr/>
          <p:nvPr/>
        </p:nvSpPr>
        <p:spPr>
          <a:xfrm>
            <a:off x="4723125" y="281504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8F997D2-03B4-FF8F-22CE-3ED4E8B84809}"/>
              </a:ext>
            </a:extLst>
          </p:cNvPr>
          <p:cNvCxnSpPr>
            <a:cxnSpLocks/>
          </p:cNvCxnSpPr>
          <p:nvPr/>
        </p:nvCxnSpPr>
        <p:spPr>
          <a:xfrm>
            <a:off x="5637525" y="3272241"/>
            <a:ext cx="712475" cy="15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6AFD277F-51BA-BAC9-4C47-6A40A14FD004}"/>
              </a:ext>
            </a:extLst>
          </p:cNvPr>
          <p:cNvSpPr/>
          <p:nvPr/>
        </p:nvSpPr>
        <p:spPr>
          <a:xfrm>
            <a:off x="12246117" y="6591501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B0E7F1C-8628-551F-2B3D-0B83118280AA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582400" y="7048701"/>
            <a:ext cx="663717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62038E72-3E36-DE23-8E29-1778E47DDB76}"/>
              </a:ext>
            </a:extLst>
          </p:cNvPr>
          <p:cNvSpPr/>
          <p:nvPr/>
        </p:nvSpPr>
        <p:spPr>
          <a:xfrm>
            <a:off x="10668000" y="6896100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224174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D055D-A62C-CD0C-4554-4BC253AC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FA55520-06F0-64AF-908D-7C5D78210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D58B28-74DB-F08A-EA9E-D937DE07CC4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lib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5F329543-D1BF-0FBE-DDE1-84A3ABC4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(4/ 10)</a:t>
            </a:r>
            <a:endParaRPr lang="zh-TW" altLang="en-US" dirty="0"/>
          </a:p>
        </p:txBody>
      </p:sp>
      <p:pic>
        <p:nvPicPr>
          <p:cNvPr id="5" name="內容版面配置區 6">
            <a:extLst>
              <a:ext uri="{FF2B5EF4-FFF2-40B4-BE49-F238E27FC236}">
                <a16:creationId xmlns:a16="http://schemas.microsoft.com/office/drawing/2014/main" id="{CA72C6F0-E08D-F9CC-99A6-4BC05981B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027237"/>
            <a:ext cx="9829800" cy="512098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1B11CED-85BD-484C-ED8E-0F9DA43F0C99}"/>
              </a:ext>
            </a:extLst>
          </p:cNvPr>
          <p:cNvSpPr/>
          <p:nvPr/>
        </p:nvSpPr>
        <p:spPr>
          <a:xfrm>
            <a:off x="4724400" y="3546071"/>
            <a:ext cx="7756307" cy="470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336993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EC8C-4126-6C15-C54E-FDC28CF41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95CE9058-9AA4-4DAD-D50A-DFD3B4B7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697" y="2004639"/>
            <a:ext cx="5663503" cy="565346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E993828-CB98-3E51-9AD9-F219990C0E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D393B6-511B-B10D-23F0-011EF34CC47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 \libraries\patch</a:t>
            </a:r>
          </a:p>
          <a:p>
            <a:r>
              <a:rPr lang="zh-TW" altLang="en-US" dirty="0"/>
              <a:t>選擇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9E41A048-577A-7E02-DC66-56CF7476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(5/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61D3D6-53D9-AB79-0953-64380DD854C2}"/>
              </a:ext>
            </a:extLst>
          </p:cNvPr>
          <p:cNvSpPr/>
          <p:nvPr/>
        </p:nvSpPr>
        <p:spPr>
          <a:xfrm>
            <a:off x="6477000" y="3487738"/>
            <a:ext cx="21336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FE3C6F65-199C-27AA-C7BD-A94243F997F2}"/>
              </a:ext>
            </a:extLst>
          </p:cNvPr>
          <p:cNvSpPr/>
          <p:nvPr/>
        </p:nvSpPr>
        <p:spPr>
          <a:xfrm>
            <a:off x="4670783" y="315139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F3B2DD4-07C2-99FF-6FBE-BD8DB7CF21F6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>
            <a:off x="5585183" y="3608590"/>
            <a:ext cx="89181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6E6E83E-2405-D49F-E439-731E7C26B81B}"/>
              </a:ext>
            </a:extLst>
          </p:cNvPr>
          <p:cNvSpPr/>
          <p:nvPr/>
        </p:nvSpPr>
        <p:spPr>
          <a:xfrm>
            <a:off x="12344400" y="628690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1E9AA53-2B63-600F-AB30-3401696392F2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430000" y="6744102"/>
            <a:ext cx="9144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AB9137E-F7E3-AFE4-6226-CEDCD2FFFF59}"/>
              </a:ext>
            </a:extLst>
          </p:cNvPr>
          <p:cNvSpPr/>
          <p:nvPr/>
        </p:nvSpPr>
        <p:spPr>
          <a:xfrm>
            <a:off x="10515600" y="6591501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675525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968B1-DDDC-CC74-BC93-7A6929E60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F158933-E60B-6B8D-7205-F0A6AB094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707" y="2313020"/>
            <a:ext cx="5096586" cy="5363323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D20A21B-054E-638A-6F19-540186D76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DF84C8-24B7-B309-4454-9DE38393D2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添加 </a:t>
            </a:r>
            <a:r>
              <a:rPr lang="en-US" altLang="zh-TW" dirty="0"/>
              <a:t>HT32F675x5_FWLib_V1.0.7f_425 \libraries\rom</a:t>
            </a:r>
          </a:p>
          <a:p>
            <a:r>
              <a:rPr lang="zh-TW" altLang="en-US" dirty="0"/>
              <a:t>選擇 </a:t>
            </a:r>
            <a:r>
              <a:rPr lang="pt-BR" altLang="zh-TW" dirty="0">
                <a:solidFill>
                  <a:srgbClr val="FF0000"/>
                </a:solidFill>
              </a:rPr>
              <a:t>ht32f675x5_rom_lib_mp_r2.a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EAE39DDE-4B6F-4F40-5975-0B09847A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(6/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C91865-320C-E883-CF4D-4B5F57BA8C4B}"/>
              </a:ext>
            </a:extLst>
          </p:cNvPr>
          <p:cNvSpPr/>
          <p:nvPr/>
        </p:nvSpPr>
        <p:spPr>
          <a:xfrm>
            <a:off x="6629400" y="3695700"/>
            <a:ext cx="2133600" cy="241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77CB4A23-43A6-A85D-DC48-FDA9B9031CB5}"/>
              </a:ext>
            </a:extLst>
          </p:cNvPr>
          <p:cNvSpPr/>
          <p:nvPr/>
        </p:nvSpPr>
        <p:spPr>
          <a:xfrm>
            <a:off x="4495800" y="335935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5566C5DA-8495-215E-4034-341C5C6FEC75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>
            <a:off x="5410200" y="3816552"/>
            <a:ext cx="1219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A302527-B92B-E762-EBCE-1F5107A94C03}"/>
              </a:ext>
            </a:extLst>
          </p:cNvPr>
          <p:cNvSpPr/>
          <p:nvPr/>
        </p:nvSpPr>
        <p:spPr>
          <a:xfrm>
            <a:off x="12344400" y="6286902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2F7674C0-964D-C422-1689-CBD5E3413272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1430000" y="6744102"/>
            <a:ext cx="914400" cy="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1388092-1E97-2389-7328-B820FB417A7D}"/>
              </a:ext>
            </a:extLst>
          </p:cNvPr>
          <p:cNvSpPr/>
          <p:nvPr/>
        </p:nvSpPr>
        <p:spPr>
          <a:xfrm>
            <a:off x="10515600" y="6591501"/>
            <a:ext cx="914400" cy="3052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914119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F397-2436-F689-9084-9D96B655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96455D7-434C-CA9F-B28C-F530B13CC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987" y="3069523"/>
            <a:ext cx="9804920" cy="414517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9179972-18A1-439C-9743-82DD957D2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3CB87F-84A6-53F2-5C2F-212FD94C2A5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ht32f675x5_patch_lib_mp_r2.a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Options for…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0BECB1A4-3F8B-0A84-B673-80544EB2A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(7/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568837-DC46-8446-DF0C-6C962C6C19E7}"/>
              </a:ext>
            </a:extLst>
          </p:cNvPr>
          <p:cNvSpPr/>
          <p:nvPr/>
        </p:nvSpPr>
        <p:spPr>
          <a:xfrm>
            <a:off x="4724400" y="3816552"/>
            <a:ext cx="2590800" cy="3363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386691D7-3D8E-5AB9-3FD0-A330717298A4}"/>
              </a:ext>
            </a:extLst>
          </p:cNvPr>
          <p:cNvSpPr/>
          <p:nvPr/>
        </p:nvSpPr>
        <p:spPr>
          <a:xfrm>
            <a:off x="2743200" y="3543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7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F36DFAB-E9CC-9F8D-23F3-DCC3F6C5BC12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 flipV="1">
            <a:off x="3657600" y="3984726"/>
            <a:ext cx="1066800" cy="157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836218A4-DE16-B014-4EFD-452B557B291D}"/>
              </a:ext>
            </a:extLst>
          </p:cNvPr>
          <p:cNvSpPr/>
          <p:nvPr/>
        </p:nvSpPr>
        <p:spPr>
          <a:xfrm>
            <a:off x="14503920" y="37719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DA93049-0F50-7CAF-7740-22DC20AE6755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3411199" y="4229100"/>
            <a:ext cx="109272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576918FD-3AAF-E3D6-8BF9-548B2496AA40}"/>
              </a:ext>
            </a:extLst>
          </p:cNvPr>
          <p:cNvSpPr/>
          <p:nvPr/>
        </p:nvSpPr>
        <p:spPr>
          <a:xfrm>
            <a:off x="7455386" y="4000500"/>
            <a:ext cx="5955813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21839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1C4D5-6131-105E-7288-18F0654B4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圖片 23">
            <a:extLst>
              <a:ext uri="{FF2B5EF4-FFF2-40B4-BE49-F238E27FC236}">
                <a16:creationId xmlns:a16="http://schemas.microsoft.com/office/drawing/2014/main" id="{5C84172F-D639-34B1-440B-07F546426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202" y="1866900"/>
            <a:ext cx="7926490" cy="602011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F02860C-BF50-BA54-C675-F6D5C256F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075847-C2B4-603E-E137-829CFF6B71A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更改檔案 </a:t>
            </a:r>
            <a:r>
              <a:rPr lang="en-US" altLang="zh-TW" dirty="0"/>
              <a:t>File Type -&gt; Library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86D3686B-0507-0685-47D4-0225EB4F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(8/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A20F69-1479-F801-9CB5-3B596EE96E80}"/>
              </a:ext>
            </a:extLst>
          </p:cNvPr>
          <p:cNvSpPr/>
          <p:nvPr/>
        </p:nvSpPr>
        <p:spPr>
          <a:xfrm>
            <a:off x="8534400" y="3124200"/>
            <a:ext cx="469802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99C2529-A17B-7306-6CC6-F1E981260C50}"/>
              </a:ext>
            </a:extLst>
          </p:cNvPr>
          <p:cNvSpPr/>
          <p:nvPr/>
        </p:nvSpPr>
        <p:spPr>
          <a:xfrm>
            <a:off x="9829800" y="2857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B010B7B-2F25-B7A9-E916-DD24CEFB9266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9004202" y="3314700"/>
            <a:ext cx="82559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FEC9AA20-B667-B0C9-E8EA-AD2AE365E0F8}"/>
              </a:ext>
            </a:extLst>
          </p:cNvPr>
          <p:cNvSpPr/>
          <p:nvPr/>
        </p:nvSpPr>
        <p:spPr>
          <a:xfrm>
            <a:off x="8312101" y="358552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C5FAFD1-D606-1D9B-EE00-12B0405EC041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 flipV="1">
            <a:off x="7696201" y="4038600"/>
            <a:ext cx="615900" cy="41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E9A07F90-A70A-47F7-28A9-52A67DF0C4D6}"/>
              </a:ext>
            </a:extLst>
          </p:cNvPr>
          <p:cNvSpPr/>
          <p:nvPr/>
        </p:nvSpPr>
        <p:spPr>
          <a:xfrm>
            <a:off x="6629401" y="3924300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798391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62988-6421-0038-5CD2-F6FC0FFF6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068D796-E1DD-67B6-5695-C5BA31584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966" y="2857500"/>
            <a:ext cx="10074594" cy="428170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63B3B3B-6BDC-8790-A3DE-319D1CEF6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27CF34-E643-EA50-02B1-D5A78C4D219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ht32f675x5_rom_lib_mp_r2.a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Options for…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85B8DFE-7FD1-2ACB-2517-E90C3912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(9/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AC9DE6-B1FC-5C6F-1FD8-6FB6A2396A23}"/>
              </a:ext>
            </a:extLst>
          </p:cNvPr>
          <p:cNvSpPr/>
          <p:nvPr/>
        </p:nvSpPr>
        <p:spPr>
          <a:xfrm>
            <a:off x="4724400" y="3816552"/>
            <a:ext cx="2590800" cy="3363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A423775-97BB-974C-BD6D-2C89C1FB12EB}"/>
              </a:ext>
            </a:extLst>
          </p:cNvPr>
          <p:cNvSpPr/>
          <p:nvPr/>
        </p:nvSpPr>
        <p:spPr>
          <a:xfrm>
            <a:off x="2743200" y="35433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7A3E3AD-D716-BBA5-EB67-A47EDA69BEC3}"/>
              </a:ext>
            </a:extLst>
          </p:cNvPr>
          <p:cNvCxnSpPr>
            <a:cxnSpLocks/>
            <a:stCxn id="9" idx="6"/>
            <a:endCxn id="8" idx="1"/>
          </p:cNvCxnSpPr>
          <p:nvPr/>
        </p:nvCxnSpPr>
        <p:spPr>
          <a:xfrm flipV="1">
            <a:off x="3657600" y="3984726"/>
            <a:ext cx="1066800" cy="1577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3DEF0635-FF63-BFBE-2BB1-98D12F4A3E5B}"/>
              </a:ext>
            </a:extLst>
          </p:cNvPr>
          <p:cNvSpPr/>
          <p:nvPr/>
        </p:nvSpPr>
        <p:spPr>
          <a:xfrm>
            <a:off x="14503920" y="37719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12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8D0B5F8-BE02-F0D4-506F-CAFC8782AD57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>
            <a:off x="13411199" y="4229100"/>
            <a:ext cx="109272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33DCB19-18E2-29F2-E4D9-27DF344799E4}"/>
              </a:ext>
            </a:extLst>
          </p:cNvPr>
          <p:cNvSpPr/>
          <p:nvPr/>
        </p:nvSpPr>
        <p:spPr>
          <a:xfrm>
            <a:off x="7455386" y="4000500"/>
            <a:ext cx="5955813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599298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11E43-FC9D-0188-CC1D-612C5FEE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3639C35-CC78-980F-6395-6FC4CE23B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600" y="2027237"/>
            <a:ext cx="7547203" cy="582486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C4F73D-4F51-DBCA-DD85-4097147CCF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1E0F07-6CB8-C2F2-8DA6-6DDB834C3F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更改檔案 </a:t>
            </a:r>
            <a:r>
              <a:rPr lang="en-US" altLang="zh-TW" dirty="0"/>
              <a:t>File Type -&gt; Library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B3B83D37-27C3-BC0F-0EBF-B3D8D422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更改 </a:t>
            </a:r>
            <a:r>
              <a:rPr lang="en-US" altLang="zh-TW" dirty="0"/>
              <a:t>lib (10/ 10)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69D8CC-6050-3296-6BF6-2BA5686A64D9}"/>
              </a:ext>
            </a:extLst>
          </p:cNvPr>
          <p:cNvSpPr/>
          <p:nvPr/>
        </p:nvSpPr>
        <p:spPr>
          <a:xfrm>
            <a:off x="8534400" y="3238500"/>
            <a:ext cx="228600" cy="266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338102B0-0FCE-1A98-8874-36F354359073}"/>
              </a:ext>
            </a:extLst>
          </p:cNvPr>
          <p:cNvSpPr/>
          <p:nvPr/>
        </p:nvSpPr>
        <p:spPr>
          <a:xfrm>
            <a:off x="9829800" y="2857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13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F7F6D8D-559E-F64C-8F65-6CE3E7711DA1}"/>
              </a:ext>
            </a:extLst>
          </p:cNvPr>
          <p:cNvCxnSpPr>
            <a:cxnSpLocks/>
            <a:stCxn id="9" idx="2"/>
            <a:endCxn id="8" idx="3"/>
          </p:cNvCxnSpPr>
          <p:nvPr/>
        </p:nvCxnSpPr>
        <p:spPr>
          <a:xfrm flipH="1">
            <a:off x="8763000" y="3314700"/>
            <a:ext cx="1066800" cy="571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流程圖: 接點 11">
            <a:extLst>
              <a:ext uri="{FF2B5EF4-FFF2-40B4-BE49-F238E27FC236}">
                <a16:creationId xmlns:a16="http://schemas.microsoft.com/office/drawing/2014/main" id="{E378D5BF-41BB-D211-123A-5D18AAAD9052}"/>
              </a:ext>
            </a:extLst>
          </p:cNvPr>
          <p:cNvSpPr/>
          <p:nvPr/>
        </p:nvSpPr>
        <p:spPr>
          <a:xfrm>
            <a:off x="8312101" y="3585528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14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7684E2B6-277E-808E-26D8-D54E075BCFE7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flipH="1" flipV="1">
            <a:off x="7696201" y="4038600"/>
            <a:ext cx="615900" cy="41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DC2CE51D-09BF-FF10-57C5-720C8DB25542}"/>
              </a:ext>
            </a:extLst>
          </p:cNvPr>
          <p:cNvSpPr/>
          <p:nvPr/>
        </p:nvSpPr>
        <p:spPr>
          <a:xfrm>
            <a:off x="6629401" y="3924300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393303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07159-73D5-5A50-A05D-599C18E26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D18F69C0-4AE4-BBF3-AF51-C17760AB3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128" y="1803818"/>
            <a:ext cx="6346637" cy="5872525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8FDB39-274D-DA7D-1E22-359C79955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7DB2A3-6FF1-79A6-7E75-19F95C7DEAB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 </a:t>
            </a:r>
            <a:r>
              <a:rPr lang="zh-TW" altLang="en-US" dirty="0"/>
              <a:t>檔案右鍵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6E821D4A-BEDC-7EF9-4EE5-71F766CEC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zh-TW" altLang="en-US" dirty="0"/>
              <a:t>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A16191-819C-8C0B-18A5-9E5ADC012B77}"/>
              </a:ext>
            </a:extLst>
          </p:cNvPr>
          <p:cNvSpPr/>
          <p:nvPr/>
        </p:nvSpPr>
        <p:spPr>
          <a:xfrm>
            <a:off x="8382000" y="54483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26D1E4F-5470-AE6C-4457-B310E2F1AF50}"/>
              </a:ext>
            </a:extLst>
          </p:cNvPr>
          <p:cNvSpPr/>
          <p:nvPr/>
        </p:nvSpPr>
        <p:spPr>
          <a:xfrm>
            <a:off x="12599893" y="5143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000275E-D515-CFD7-5301-5F5AB734B40D}"/>
              </a:ext>
            </a:extLst>
          </p:cNvPr>
          <p:cNvCxnSpPr>
            <a:cxnSpLocks/>
            <a:stCxn id="17" idx="2"/>
            <a:endCxn id="16" idx="3"/>
          </p:cNvCxnSpPr>
          <p:nvPr/>
        </p:nvCxnSpPr>
        <p:spPr>
          <a:xfrm flipH="1">
            <a:off x="11595002" y="5600700"/>
            <a:ext cx="100489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E01C1743-7620-F0F4-EE13-C4BDD0253985}"/>
              </a:ext>
            </a:extLst>
          </p:cNvPr>
          <p:cNvSpPr/>
          <p:nvPr/>
        </p:nvSpPr>
        <p:spPr>
          <a:xfrm>
            <a:off x="5257800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D3DFEC0D-C301-12C6-E03C-B26F0EFFB4A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172200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CBE02AA-2B8A-69C8-2C64-34536706B42A}"/>
              </a:ext>
            </a:extLst>
          </p:cNvPr>
          <p:cNvSpPr/>
          <p:nvPr/>
        </p:nvSpPr>
        <p:spPr>
          <a:xfrm>
            <a:off x="6807299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792882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C5635-1D86-6E54-5653-E02F924D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ADFECD4-2224-5860-5019-D9A1DE0FF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zh-TW" altLang="en-US" dirty="0"/>
              <a:t>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683598-DFB1-767C-72D6-AA0F486AA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117</a:t>
            </a:fld>
            <a:endParaRPr kumimoji="1"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39646DF-013F-AB62-3B18-2AEB4EECFF8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0" y="7696586"/>
            <a:ext cx="18288000" cy="660399"/>
          </a:xfrm>
        </p:spPr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main.c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B192E9F-5B81-0E48-827A-2F18B3EE7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309" y="3086100"/>
            <a:ext cx="8861475" cy="395601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4DF7DF29-A1AA-06AD-E625-BE808F5774CF}"/>
              </a:ext>
            </a:extLst>
          </p:cNvPr>
          <p:cNvSpPr/>
          <p:nvPr/>
        </p:nvSpPr>
        <p:spPr>
          <a:xfrm>
            <a:off x="6934200" y="6381715"/>
            <a:ext cx="3048000" cy="5016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77A4F39C-D3AC-9346-8994-A8F319D595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970705"/>
              </p:ext>
            </p:extLst>
          </p:nvPr>
        </p:nvGraphicFramePr>
        <p:xfrm>
          <a:off x="1447800" y="3367515"/>
          <a:ext cx="3276600" cy="3764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3" imgW="447657" imgH="514350" progId="Package">
                  <p:embed/>
                </p:oleObj>
              </mc:Choice>
              <mc:Fallback>
                <p:oleObj name="封裝程式殼層物件" showAsIcon="1" r:id="rId3" imgW="44765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7800" y="3367515"/>
                        <a:ext cx="3276600" cy="3764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397532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1AD7F-91F3-CBD1-0938-EE2A98DDA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6DFA8BFD-0F5B-8FF8-8C1A-5622BAAA9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CF62A168-49F3-4DF5-E3CD-9B6932B7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main.c</a:t>
            </a:r>
            <a:r>
              <a:rPr lang="en-US" altLang="zh-TW" dirty="0"/>
              <a:t> (3/3)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C5C9395-FBEE-F1F2-CAF5-BC488BC72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920F76-B36A-7794-BB0C-27165BA5C56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main.c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36459D-0761-5583-3C70-09B1FAC518C6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7E8C7DC-418B-44C0-67AF-96B9195BB8D0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4F67CE2-5D0B-58D2-7111-03A0FA2C699D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D7FFC805-55A7-5F8C-FC43-B2AA9497519C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A07B600-785D-4926-2470-44762719F64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F1298BA-284B-B068-9545-2D5D2E83EF7A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1704229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E47C4-1FB1-EB64-8281-AB76A002C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DBB2F1AD-6303-A4C7-782D-A5D62BBE59E9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ei_main.cpp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5D2A108-A2AA-5A52-0771-BC03FC4F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ei_main.cpp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7AFFA-651A-E6AD-A836-96BDAF491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119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D44E6FE-65A0-4C88-A07B-8457638DB6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5293"/>
              </p:ext>
            </p:extLst>
          </p:nvPr>
        </p:nvGraphicFramePr>
        <p:xfrm>
          <a:off x="5372100" y="2622763"/>
          <a:ext cx="7543799" cy="4736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819316" imgH="514350" progId="Package">
                  <p:embed/>
                </p:oleObj>
              </mc:Choice>
              <mc:Fallback>
                <p:oleObj name="封裝程式殼層物件" showAsIcon="1" r:id="rId2" imgW="819316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72100" y="2622763"/>
                        <a:ext cx="7543799" cy="4736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672772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C838E-FF4C-A473-9A22-098B5F1C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ABA621FA-38B2-9C6D-2BE9-F785FDD40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4204C8D-D69C-92D8-17FB-F88C7FD0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ei_main.cpp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1058A3C-53B1-5C84-BF40-7FD6CBFFE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94516B-C010-3C8F-07A5-8A104BED784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ei_main.cpp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CD53DF-2FF0-3E0D-FB62-B7F66FC233DA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E839C07-7E84-047F-BF23-36A1E8E472D5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CC3D9CD-46AD-4C6C-9C69-280C3FF15D79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A377B527-B61C-AF8A-DBBE-F0FA0EA869FA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0859BCD-C512-3417-327A-E9EBCFB538E5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0A9A6116-2061-952F-4007-27F5EF6ED449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581473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1ECFB-F8C9-DF82-3AB9-0F15598E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5752A10-3C6F-07BC-D18F-6A688F8B461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ei_main.h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245FAC2-E101-0329-6502-585477B3A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ei_main.h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BA61AE-CBD4-2E5E-4A50-CADA1FF23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121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BE92152C-564D-008B-2BD2-2A56B62F85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1502373"/>
              </p:ext>
            </p:extLst>
          </p:nvPr>
        </p:nvGraphicFramePr>
        <p:xfrm>
          <a:off x="6629400" y="3116807"/>
          <a:ext cx="5029199" cy="4053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638171" imgH="514350" progId="Package">
                  <p:embed/>
                </p:oleObj>
              </mc:Choice>
              <mc:Fallback>
                <p:oleObj name="封裝程式殼層物件" showAsIcon="1" r:id="rId2" imgW="638171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29400" y="3116807"/>
                        <a:ext cx="5029199" cy="4053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898636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B755-E48D-F247-2388-0ED007D04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7B8C0AAA-7158-1B5C-9493-ED36515B8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E0F12FAE-10D0-976E-5572-8D8ED9CE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ei_main.h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821A7E5-BF4D-ED9B-0908-8E5D339E7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86B56B-02DE-175D-C9F3-829BAEFC54D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ei_main.h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581BBD-A0C2-F3CE-E9D9-BAC5D0ECEC2B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C8628F6-0424-24B4-34CF-DC795106A0B1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C920094-D951-2376-35D6-A168C4E70406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7CAE0FBD-0ABE-8C6F-54CB-DFBD2F8A920D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5243D80-B4C0-4536-88D0-D1919E3DBED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3998D46E-C1DA-042C-D426-7E86E30DF5A2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466853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45981-D8B7-2A2E-3DFA-501EC5FF8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49AD3D3-8439-EDD3-A9B4-6BEB9280D846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i2c.c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9774A06-74E9-9DE7-C572-57D16B08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i2c.c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273E12F-ECB6-7828-5114-6E7F91210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123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BC56A598-A9C1-7B90-F2F7-8C4E5C810D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521194"/>
              </p:ext>
            </p:extLst>
          </p:nvPr>
        </p:nvGraphicFramePr>
        <p:xfrm>
          <a:off x="7296150" y="2590414"/>
          <a:ext cx="3695700" cy="4989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96150" y="2590414"/>
                        <a:ext cx="3695700" cy="4989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908861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BDB1-392E-C76A-2435-3AA57429B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E0E6EF2-08C7-9DFA-C11E-C3EDBEC52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9414E670-BF9E-B667-74ED-D1289EDCA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i2c.c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635C636-3FA8-80C4-27C0-921EA8F2C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C8C188-3ED4-7DC3-6338-8E7CDC27B68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i2c.c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8A0B85-7347-EDBF-3A56-8AA86EB68B58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42291B82-88D9-2EAB-194F-03AB1F0FC235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B32437B-CBD7-D729-016A-C0847713FB25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50A7F141-27EC-64E0-E4B9-3406D238DE69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2FD34BB9-AB95-BCFA-5980-90B1F5E0F6AE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27153980-FB77-62CA-F3DC-84632324FA40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622217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95904-DC12-9A6E-A28D-704687CB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8799E10-3618-1940-D846-B667AE348DA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i2c.h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218019A-E808-4361-5C95-495742BF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i2c.h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418DE7-FD73-B13E-664B-1C8B23C95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125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6CD0F51-59D6-4670-801B-A3DA442536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042487"/>
              </p:ext>
            </p:extLst>
          </p:nvPr>
        </p:nvGraphicFramePr>
        <p:xfrm>
          <a:off x="7762875" y="3086100"/>
          <a:ext cx="2762250" cy="372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381029" imgH="514350" progId="Package">
                  <p:embed/>
                </p:oleObj>
              </mc:Choice>
              <mc:Fallback>
                <p:oleObj name="封裝程式殼層物件" showAsIcon="1" r:id="rId2" imgW="3810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762875" y="3086100"/>
                        <a:ext cx="2762250" cy="3729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870879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A8F7A-9613-3DAE-9E6B-5FB4758A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ED00D97D-0C77-244D-D49D-86B7F42B6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A9BFCC9C-515C-DABA-F898-BE510340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i2c.h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9F552A-7513-61C8-7C15-AEE6D686B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E119F6-97B6-22E8-3499-D13BBEBAB00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i2c.h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DD1568-C908-8DCD-3D11-86C4FB408909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DEFE1424-AE5C-FD08-CF99-DD52FD69B3EC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28A30C79-577F-828C-D984-75A23D45D7A4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5ED295A1-C53E-6309-F232-6081DDBA4DCF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EBA83F0A-E058-6416-C1B0-367C3A0AD6DF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BC41F78-2536-8BAC-D875-1A476C9C93D6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51419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A973F-3E36-3D54-6CAB-F94F60BF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2917059-E3C2-FC37-79B1-E9EC0CA50D1D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LSM6DS3.c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D71A865-507C-11DB-5252-D5A616B51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LSM6DS3.c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1DF5ED-07C1-DCCB-DCF5-A566B6EB2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127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0D2C1C21-2668-0C88-3983-BE62A43227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468068"/>
              </p:ext>
            </p:extLst>
          </p:nvPr>
        </p:nvGraphicFramePr>
        <p:xfrm>
          <a:off x="6705600" y="3255962"/>
          <a:ext cx="4876800" cy="3251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71427" imgH="514350" progId="Package">
                  <p:embed/>
                </p:oleObj>
              </mc:Choice>
              <mc:Fallback>
                <p:oleObj name="封裝程式殼層物件" showAsIcon="1" r:id="rId2" imgW="77142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05600" y="3255962"/>
                        <a:ext cx="4876800" cy="3251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227186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CE387-381C-E3ED-5EBE-1C3222F7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CBE59E5-4A87-DC29-3B55-D43CBB445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498F39E2-A4A6-2067-1A8E-EDCBD429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LSM6DS3.c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C455665-CE78-4DEA-249B-21EEA2A70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D94E2A-6AE0-65E4-E159-24F2C328E1A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LSM6DS3.c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4DA643-958E-4B09-21E1-0FB95BB46620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859EE23E-4216-9805-8B97-C0017388B447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2E156D4-4DBA-92EC-7001-3DEE590E39B8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15E3107F-6133-C073-3356-04A44859301A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9924150-436C-D556-6654-2146D626B17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ECF2B9D4-7E83-2AA8-4404-2573EAEC4771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72763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5D9B9-58D4-A309-A7E6-4C83759CD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AE0A9A02-1E78-3DFD-D156-670476004A7B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/>
              <a:t>LSM6DS3.h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3C506F8-AB13-7EAF-69F3-749AFAE52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LSM6DS3.h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280E20-580F-05E8-A84D-E71078B6A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129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232F880D-64E6-D203-570A-2CD30F89A8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0805961"/>
              </p:ext>
            </p:extLst>
          </p:nvPr>
        </p:nvGraphicFramePr>
        <p:xfrm>
          <a:off x="6400800" y="2590414"/>
          <a:ext cx="6019800" cy="3964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81144" imgH="514350" progId="Package">
                  <p:embed/>
                </p:oleObj>
              </mc:Choice>
              <mc:Fallback>
                <p:oleObj name="封裝程式殼層物件" showAsIcon="1" r:id="rId2" imgW="7811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00800" y="2590414"/>
                        <a:ext cx="6019800" cy="39642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001440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DDA66-15C2-A5CD-D6A5-A249E93E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2120A648-9FD5-EB53-4C15-E402552AE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6190D2DC-908A-819C-AABA-9235F04E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/>
              <a:t>LSM6DS3.h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25D7257-077A-13B7-8ADD-1AA0B69DE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CCECA8-F648-C860-527A-DCDA29BBA1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/>
              <a:t>LSM6DS3.h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C618A8-7A4F-7B6D-E0FC-8C11A344F45E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1BE1A851-123D-BE53-0E06-0088160103D4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70D88386-001A-3CD6-DCF5-622879E316C5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69D37E36-136C-3234-6998-F787F0A36E5E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479A29F-56FC-CF1A-AC8A-36AD2842342A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EA4DA6C-B4C6-C314-3D24-8A365CC8203F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4990588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1D6E3-B042-B734-C5C3-CA42A38F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5F92B38B-F1B8-D17F-2510-A0A2364472A6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CF4A46A-366C-2DFF-7140-E6A3F6EE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62147C-30B8-6466-71BA-6A2CB9B17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131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9F3C2D1C-E8D4-E4FA-E977-E751740A59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484031"/>
              </p:ext>
            </p:extLst>
          </p:nvPr>
        </p:nvGraphicFramePr>
        <p:xfrm>
          <a:off x="5792612" y="3467100"/>
          <a:ext cx="7231941" cy="3124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0629" imgH="514350" progId="Package">
                  <p:embed/>
                </p:oleObj>
              </mc:Choice>
              <mc:Fallback>
                <p:oleObj name="封裝程式殼層物件" showAsIcon="1" r:id="rId2" imgW="119062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92612" y="3467100"/>
                        <a:ext cx="7231941" cy="3124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672949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5C838-9547-9067-F4DF-8FCC9CB6A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848FBAA-E636-185C-AAD5-BA8D49DB7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8546DF69-4530-5B41-B3D7-16258349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443FB2-D579-B567-AF26-142E9B10E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132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88D6B9-FB1B-836D-3200-DE2BF756A2A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C499C93-5503-E0C7-E708-5BFA75767FF2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6403B62D-B1AC-4D43-C38E-C9340B147FAC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C91D876A-DA6B-3B62-B32E-AE367B3EE288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174A06A3-F815-748B-CAED-DB8A0610D14F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FFD5C9B-5B9F-3D88-0DCE-C3CB1B64A43F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A5315A7-5DCA-A3CD-48B1-EF7ED44BCC93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58937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5A53B-3CB7-9E97-FE8A-D87C2B8F9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536584D-0F3B-E30D-E40B-BFF21B311F2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6F3B7BA-8F21-37CA-5A38-C819D6B6D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0C7F096-E48F-455D-AA93-C0D00B6FF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133</a:t>
            </a:fld>
            <a:endParaRPr kumimoji="1" lang="zh-TW" altLang="en-US"/>
          </a:p>
        </p:txBody>
      </p:sp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A6A2EC98-5E4F-B7C2-80EF-8A9FA8EEEA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358000"/>
              </p:ext>
            </p:extLst>
          </p:nvPr>
        </p:nvGraphicFramePr>
        <p:xfrm>
          <a:off x="5638800" y="3162300"/>
          <a:ext cx="7010400" cy="300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9998" imgH="514350" progId="Package">
                  <p:embed/>
                </p:oleObj>
              </mc:Choice>
              <mc:Fallback>
                <p:oleObj name="封裝程式殼層物件" showAsIcon="1" r:id="rId2" imgW="1199998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162300"/>
                        <a:ext cx="7010400" cy="300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940550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8C0B8-AB02-398A-D58F-85AFC54D8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5B02683E-6716-0965-B1D9-79F2A7BAA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28" y="1790700"/>
            <a:ext cx="5986392" cy="5886803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26386616-5733-B86A-693E-18634DED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343B3A2-A3CE-6CD4-8208-E51F2A15E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BDF0CA-B3B5-2E81-4CBE-58056BF4FF9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mp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FAFB1E-E673-F170-DD24-08B2B0377E4A}"/>
              </a:ext>
            </a:extLst>
          </p:cNvPr>
          <p:cNvSpPr/>
          <p:nvPr/>
        </p:nvSpPr>
        <p:spPr>
          <a:xfrm>
            <a:off x="8380606" y="56769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67D24A46-7242-9F10-4C2D-6DB948FDA7A2}"/>
              </a:ext>
            </a:extLst>
          </p:cNvPr>
          <p:cNvSpPr/>
          <p:nvPr/>
        </p:nvSpPr>
        <p:spPr>
          <a:xfrm>
            <a:off x="1318260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316C7D5D-522A-7F43-54F5-909DEC75C713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593608" y="5829300"/>
            <a:ext cx="158899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91366005-F72C-0BE1-5CF4-08AC763AD91D}"/>
              </a:ext>
            </a:extLst>
          </p:cNvPr>
          <p:cNvSpPr/>
          <p:nvPr/>
        </p:nvSpPr>
        <p:spPr>
          <a:xfrm>
            <a:off x="5764307" y="47236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B2C5A1AE-C826-D7DB-57F8-5039736C2D05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678707" y="5180805"/>
            <a:ext cx="635099" cy="476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62CACF9A-22B7-CABB-A39D-6E42AE15CCC2}"/>
              </a:ext>
            </a:extLst>
          </p:cNvPr>
          <p:cNvSpPr/>
          <p:nvPr/>
        </p:nvSpPr>
        <p:spPr>
          <a:xfrm>
            <a:off x="7313806" y="5071268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884096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D36B5-7EC0-57AA-BCF5-719C3209F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08AA07-B118-C44D-4D51-5BD2FC2C3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135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E344A6D-7FC5-1AC9-1093-AC0CF1FDFBF1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D595B0E1-A8D1-FDA7-C3C9-D67751EC3895}"/>
              </a:ext>
            </a:extLst>
          </p:cNvPr>
          <p:cNvSpPr txBox="1"/>
          <p:nvPr/>
        </p:nvSpPr>
        <p:spPr>
          <a:xfrm>
            <a:off x="2690998" y="3779696"/>
            <a:ext cx="12906003" cy="4138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Start  Recognition</a:t>
            </a:r>
            <a:b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88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CP Core</a:t>
            </a:r>
          </a:p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</a:t>
            </a:r>
            <a:endParaRPr lang="en-US" altLang="zh-TW" sz="88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10935634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7733F-6F68-0DFD-ECB6-E0AEC6CF4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BA5A5DD1-5457-DBCB-51CF-E148B0AC9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372" y="1562100"/>
            <a:ext cx="6905919" cy="6734052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2FB1281B-CABB-AB21-F63C-02C1EDF1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 </a:t>
            </a:r>
            <a:r>
              <a:rPr lang="en-US" altLang="zh-TW" sz="6500" dirty="0"/>
              <a:t>CP </a:t>
            </a:r>
            <a:r>
              <a:rPr lang="zh-TW" altLang="en-US" sz="6500" dirty="0"/>
              <a:t>韌體專案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AD6CD7-513A-B341-EF3E-70A3AB30B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136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5923750-7760-FAEA-A0A6-A83259E1162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請先對 </a:t>
            </a:r>
            <a:r>
              <a:rPr lang="en-US" altLang="zh-TW" dirty="0"/>
              <a:t>Project: </a:t>
            </a:r>
            <a:r>
              <a:rPr lang="en-US" altLang="zh-TW" dirty="0" err="1"/>
              <a:t>ble_peripheral_cp</a:t>
            </a:r>
            <a:r>
              <a:rPr lang="en-US" altLang="zh-TW" dirty="0"/>
              <a:t> </a:t>
            </a:r>
            <a:r>
              <a:rPr lang="zh-TW" altLang="en-US" dirty="0"/>
              <a:t>點擊右鍵，選擇 </a:t>
            </a:r>
            <a:r>
              <a:rPr lang="en-US" altLang="zh-TW" dirty="0"/>
              <a:t>Set as Active Project 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CC8B50-C892-FB42-3C5F-662007529A94}"/>
              </a:ext>
            </a:extLst>
          </p:cNvPr>
          <p:cNvSpPr/>
          <p:nvPr/>
        </p:nvSpPr>
        <p:spPr>
          <a:xfrm>
            <a:off x="6645343" y="2694296"/>
            <a:ext cx="2480645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84026D4C-D1D6-D4DC-D501-F7FE346ADC0E}"/>
              </a:ext>
            </a:extLst>
          </p:cNvPr>
          <p:cNvSpPr/>
          <p:nvPr/>
        </p:nvSpPr>
        <p:spPr>
          <a:xfrm>
            <a:off x="3703672" y="2476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09BCF22-5AC3-C80F-2E7E-DC0AA822136C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 flipV="1">
            <a:off x="4618072" y="2922896"/>
            <a:ext cx="2027271" cy="1080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BDAB6517-5734-5568-66B9-29A2A94D6C13}"/>
              </a:ext>
            </a:extLst>
          </p:cNvPr>
          <p:cNvSpPr/>
          <p:nvPr/>
        </p:nvSpPr>
        <p:spPr>
          <a:xfrm>
            <a:off x="9162012" y="2933700"/>
            <a:ext cx="2648988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D90ED855-F3C8-D0E0-31BD-AA7E8BF28059}"/>
              </a:ext>
            </a:extLst>
          </p:cNvPr>
          <p:cNvSpPr/>
          <p:nvPr/>
        </p:nvSpPr>
        <p:spPr>
          <a:xfrm>
            <a:off x="12649200" y="2705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1C249CCA-90FF-2811-A79B-A7C14B7F1A2C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1811000" y="3162300"/>
            <a:ext cx="8382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90899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1551-5845-FF3A-9700-2381607FC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A9BF4D6-05E9-00B2-E2EB-EC8E4E89E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842" y="1767916"/>
            <a:ext cx="6758399" cy="6005039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145B6EA-B80D-20D1-D06A-F451BA5AA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19F62A-C77B-4C01-CA85-9D5B787FD1A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0748" y="8343900"/>
            <a:ext cx="15773398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 err="1">
                <a:solidFill>
                  <a:srgbClr val="FF0000"/>
                </a:solidFill>
              </a:rPr>
              <a:t>app_main.c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檔案右鍵</a:t>
            </a:r>
            <a:r>
              <a:rPr lang="en-US" altLang="zh-TW" dirty="0"/>
              <a:t>-&gt; Remove File</a:t>
            </a:r>
            <a:endParaRPr lang="zh-TW" altLang="en-US" dirty="0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2E6940AD-49EF-83F9-D6B3-1EC21A0F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修改</a:t>
            </a:r>
            <a:r>
              <a:rPr lang="en-US" altLang="zh-TW" dirty="0"/>
              <a:t> </a:t>
            </a:r>
            <a:r>
              <a:rPr lang="en-US" altLang="zh-TW" dirty="0" err="1"/>
              <a:t>app_main.c</a:t>
            </a:r>
            <a:r>
              <a:rPr lang="en-US" altLang="zh-TW" dirty="0"/>
              <a:t> (1/3)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578751-0842-316C-BB57-516CC4C994D7}"/>
              </a:ext>
            </a:extLst>
          </p:cNvPr>
          <p:cNvSpPr/>
          <p:nvPr/>
        </p:nvSpPr>
        <p:spPr>
          <a:xfrm>
            <a:off x="8382000" y="5448300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443E3251-E0C1-C5E4-9990-B176EEEB66A5}"/>
              </a:ext>
            </a:extLst>
          </p:cNvPr>
          <p:cNvSpPr/>
          <p:nvPr/>
        </p:nvSpPr>
        <p:spPr>
          <a:xfrm>
            <a:off x="12599893" y="51435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1071AC4-8F74-C6B5-83BC-7E8A7D29A078}"/>
              </a:ext>
            </a:extLst>
          </p:cNvPr>
          <p:cNvCxnSpPr>
            <a:cxnSpLocks/>
            <a:stCxn id="17" idx="2"/>
            <a:endCxn id="16" idx="3"/>
          </p:cNvCxnSpPr>
          <p:nvPr/>
        </p:nvCxnSpPr>
        <p:spPr>
          <a:xfrm flipH="1">
            <a:off x="11595002" y="5600700"/>
            <a:ext cx="100489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028277EA-0B64-EC51-573F-2FF507CE6EA2}"/>
              </a:ext>
            </a:extLst>
          </p:cNvPr>
          <p:cNvSpPr/>
          <p:nvPr/>
        </p:nvSpPr>
        <p:spPr>
          <a:xfrm>
            <a:off x="5230908" y="479147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TW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43A7E677-C9BB-B32C-7BB6-BEAE2865FF49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6145308" y="5248675"/>
            <a:ext cx="917602" cy="342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8C9DA5B-7FB1-C6F4-C6B0-FFB8A99F1C63}"/>
              </a:ext>
            </a:extLst>
          </p:cNvPr>
          <p:cNvSpPr/>
          <p:nvPr/>
        </p:nvSpPr>
        <p:spPr>
          <a:xfrm>
            <a:off x="7062910" y="5137801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40389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CCABE-C0BF-4FE8-FC9C-1BD21090B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E6B59453-7055-B87C-E51E-6B8FAC104245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app_main.c</a:t>
            </a:r>
            <a:r>
              <a:rPr lang="en-US" altLang="zh-TW" dirty="0"/>
              <a:t> 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3C2B463-99F4-EF54-D884-F49D255F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</a:t>
            </a:r>
            <a:r>
              <a:rPr lang="en-US" altLang="zh-TW" dirty="0"/>
              <a:t> </a:t>
            </a:r>
            <a:r>
              <a:rPr lang="en-US" altLang="zh-TW" dirty="0" err="1"/>
              <a:t>app_main.c</a:t>
            </a:r>
            <a:r>
              <a:rPr lang="en-US" altLang="zh-TW" dirty="0"/>
              <a:t> 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83864D-039C-8D3B-9C64-AD396620E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138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D2F8083-F661-023F-4FE5-26EB0FDE38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766651"/>
              </p:ext>
            </p:extLst>
          </p:nvPr>
        </p:nvGraphicFramePr>
        <p:xfrm>
          <a:off x="6515100" y="3243649"/>
          <a:ext cx="5257800" cy="3462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781144" imgH="514350" progId="Package">
                  <p:embed/>
                </p:oleObj>
              </mc:Choice>
              <mc:Fallback>
                <p:oleObj name="封裝程式殼層物件" showAsIcon="1" r:id="rId2" imgW="7811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15100" y="3243649"/>
                        <a:ext cx="5257800" cy="3462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552850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7478-8914-882E-3500-00D1AE4D0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圖片 22">
            <a:extLst>
              <a:ext uri="{FF2B5EF4-FFF2-40B4-BE49-F238E27FC236}">
                <a16:creationId xmlns:a16="http://schemas.microsoft.com/office/drawing/2014/main" id="{D5B0852B-2C86-AF78-29D4-A1789AE05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909217"/>
            <a:ext cx="6596441" cy="6167499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19887B17-7E98-7E3D-4A72-340AEE09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修改 </a:t>
            </a:r>
            <a:r>
              <a:rPr lang="en-US" altLang="zh-TW" dirty="0" err="1"/>
              <a:t>app_main.c</a:t>
            </a:r>
            <a:r>
              <a:rPr lang="en-US" altLang="zh-TW" dirty="0"/>
              <a:t> (3/3)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5972365-94FA-E382-C1C0-E31DF1D44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95E4FB-C84B-2849-9231-26F1F0C98D4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 </a:t>
            </a:r>
            <a:r>
              <a:rPr lang="en-US" altLang="zh-TW" dirty="0" err="1"/>
              <a:t>app_main.c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509AF0-2842-F6D3-3EDF-2267381D1837}"/>
              </a:ext>
            </a:extLst>
          </p:cNvPr>
          <p:cNvSpPr/>
          <p:nvPr/>
        </p:nvSpPr>
        <p:spPr>
          <a:xfrm>
            <a:off x="7870221" y="5871617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D1BD2F50-C050-4BA6-56C5-9CD43DC1CE46}"/>
              </a:ext>
            </a:extLst>
          </p:cNvPr>
          <p:cNvSpPr/>
          <p:nvPr/>
        </p:nvSpPr>
        <p:spPr>
          <a:xfrm>
            <a:off x="12366021" y="556681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4D8094D1-91C7-0519-0A3E-90C0C9DC1DD6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1083223" y="6024017"/>
            <a:ext cx="1282798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0C403911-E9FD-835B-04CA-B309C5BADCB6}"/>
              </a:ext>
            </a:extLst>
          </p:cNvPr>
          <p:cNvSpPr/>
          <p:nvPr/>
        </p:nvSpPr>
        <p:spPr>
          <a:xfrm>
            <a:off x="4288820" y="4766717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9108925-9477-0FF8-7214-B36A483CEA04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5203220" y="5223917"/>
            <a:ext cx="1090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9D75353F-13CC-964C-85AF-BF6915BDB5B2}"/>
              </a:ext>
            </a:extLst>
          </p:cNvPr>
          <p:cNvSpPr/>
          <p:nvPr/>
        </p:nvSpPr>
        <p:spPr>
          <a:xfrm>
            <a:off x="6293281" y="5109617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75814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35F05-4387-6464-DCC4-93CCE660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868FD9C-183D-C7C8-40FD-DBCFB2715B3A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DDC6E19-0E49-F858-A8E4-E8000AC9F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A37456-DC55-DDD6-8C43-D7528F2A1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140</a:t>
            </a:fld>
            <a:endParaRPr kumimoji="1" lang="zh-TW" altLang="en-US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3F18024F-1897-C6E8-1370-A14C5AF4B7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25890"/>
              </p:ext>
            </p:extLst>
          </p:nvPr>
        </p:nvGraphicFramePr>
        <p:xfrm>
          <a:off x="5792612" y="3467100"/>
          <a:ext cx="7231941" cy="3124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0629" imgH="514350" progId="Package">
                  <p:embed/>
                </p:oleObj>
              </mc:Choice>
              <mc:Fallback>
                <p:oleObj name="封裝程式殼層物件" showAsIcon="1" r:id="rId2" imgW="1190629" imgH="514350" progId="Package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9F3C2D1C-E8D4-E4FA-E977-E751740A59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92612" y="3467100"/>
                        <a:ext cx="7231941" cy="3124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416672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7D973-326B-5123-A876-585E6FDB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AC1D9500-3DB9-D570-3F6F-96C9AF32C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26B8694A-D444-4982-34DF-02A7535F7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43FE375-A5A5-42D2-7418-E212CCE8F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141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F34B09-B84B-4D69-6C9B-DDCFF1833CD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A4204F-9048-37CF-A6A0-4BDF11655DE3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2161EFE9-D861-5FFA-E5BF-8904D298C9B5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94C9FB3-C328-FE0C-2CB5-F22766A1A1EF}"/>
              </a:ext>
            </a:extLst>
          </p:cNvPr>
          <p:cNvCxnSpPr>
            <a:cxnSpLocks/>
            <a:stCxn id="17" idx="2"/>
            <a:endCxn id="14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9B34F4B4-FBB9-7869-B7BC-5843AE1CA6ED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7104AB9D-B3DE-C1EC-81C0-8BCC2D852E27}"/>
              </a:ext>
            </a:extLst>
          </p:cNvPr>
          <p:cNvCxnSpPr>
            <a:cxnSpLocks/>
            <a:stCxn id="19" idx="6"/>
            <a:endCxn id="2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C0B560EC-474D-2D5C-40F4-52DF4FCD9CB5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240528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C22E9-610A-76DB-BE62-CD82E7464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61A3A61-4E1D-666D-D326-988627C44654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B4BA9E4-5FE2-C942-F6FB-114384204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shared_memory.h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4FBBD6-2828-5089-ABCE-0657C83B4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142</a:t>
            </a:fld>
            <a:endParaRPr kumimoji="1" lang="zh-TW" altLang="en-US"/>
          </a:p>
        </p:txBody>
      </p:sp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D0CAC0ED-26FE-93B0-6762-D016D86A90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904157"/>
              </p:ext>
            </p:extLst>
          </p:nvPr>
        </p:nvGraphicFramePr>
        <p:xfrm>
          <a:off x="5638800" y="3162300"/>
          <a:ext cx="7010400" cy="3004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199998" imgH="514350" progId="Package">
                  <p:embed/>
                </p:oleObj>
              </mc:Choice>
              <mc:Fallback>
                <p:oleObj name="封裝程式殼層物件" showAsIcon="1" r:id="rId2" imgW="1199998" imgH="514350" progId="Package">
                  <p:embed/>
                  <p:pic>
                    <p:nvPicPr>
                      <p:cNvPr id="5" name="物件 4">
                        <a:extLst>
                          <a:ext uri="{FF2B5EF4-FFF2-40B4-BE49-F238E27FC236}">
                            <a16:creationId xmlns:a16="http://schemas.microsoft.com/office/drawing/2014/main" id="{A6A2EC98-5E4F-B7C2-80EF-8A9FA8EEEA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162300"/>
                        <a:ext cx="7010400" cy="3004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233637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808FC-4A98-0E7B-D966-1E58DF868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D056324-AD5F-78BD-EA4F-66C7A6F6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新增 </a:t>
            </a:r>
            <a:r>
              <a:rPr lang="en-US" altLang="zh-TW" dirty="0" err="1"/>
              <a:t>shared_memory.h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53C067D-E031-BFF2-E2E0-A55AFF80E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C0CCF8-BD73-DDB6-4E16-BF6471EF93F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shared_memory.h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E6551BE-27C8-49FB-B058-8A2B1EE06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B86A9B5-9BF9-961E-E58D-40C5ACA25739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4D27BE23-13AD-355D-30D2-68545D74018C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90BBA714-E146-CB54-91D2-F4A8A637BF2D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DFD50299-F30A-1134-E020-1D65750F6317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A2A234C-0516-564E-B942-42E2E7401282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5DE4090A-55E2-98D6-623F-BD09639DFEA7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684343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F5EAC-3779-2A72-A2C9-3385DA5C4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9AE79C2C-AF26-10A9-FF4E-30E74746D149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E2B9C3E-0B8C-CEB9-AD05-7D0E479AB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E16DD4-AA20-B534-AC31-37F349DD1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144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EC72B5A3-333B-A07E-194D-C2639797B0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944900"/>
              </p:ext>
            </p:extLst>
          </p:nvPr>
        </p:nvGraphicFramePr>
        <p:xfrm>
          <a:off x="5257801" y="4195728"/>
          <a:ext cx="7772398" cy="218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828800" imgH="514350" progId="Package">
                  <p:embed/>
                </p:oleObj>
              </mc:Choice>
              <mc:Fallback>
                <p:oleObj name="封裝程式殼層物件" showAsIcon="1" r:id="rId2" imgW="182880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57801" y="4195728"/>
                        <a:ext cx="7772398" cy="2185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371743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589D4-C515-2B37-78C4-9996AEC0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6348A39-8A2E-BFE7-4534-6AFFB3F1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867BE8-3FE2-A098-2D2A-DFEBD9917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8CD458-18E0-3BA6-EBE5-FEDB57CC1C6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添加剛剛所下載的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C49BDE5-298A-E878-D0EB-BFAE12B43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0CBFD28-3DCA-B2B3-A389-7E2B3D30A878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5686BC64-3ECE-1FDF-C0CA-F385FACAEA1A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795DFECF-2662-01BB-27B1-F00194741287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F70784A-E6C8-A40B-FC10-4CCD8DD4B128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3849C4F-10CB-B2A9-715A-4CD9390F5556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36B4B7BA-085E-0D74-54FD-26177C0221BC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017282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20144-C69B-342A-6D9C-F46538FA1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FF568E76-8453-FAE6-5E7E-18EE1A38C4A7}"/>
              </a:ext>
            </a:extLst>
          </p:cNvPr>
          <p:cNvSpPr txBox="1">
            <a:spLocks/>
          </p:cNvSpPr>
          <p:nvPr/>
        </p:nvSpPr>
        <p:spPr>
          <a:xfrm>
            <a:off x="0" y="7696586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b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</a:b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CP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  專案下方。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636A162-4C6C-8975-C67F-BC6786E26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6EA21D-EDC0-BAF5-E173-CCF6A3881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146</a:t>
            </a:fld>
            <a:endParaRPr kumimoji="1" lang="zh-TW" altLang="en-US"/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B95C99F1-2E48-CEC7-4BF5-D0AF0685A5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904851"/>
              </p:ext>
            </p:extLst>
          </p:nvPr>
        </p:nvGraphicFramePr>
        <p:xfrm>
          <a:off x="4616336" y="3619500"/>
          <a:ext cx="9055328" cy="2533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838170" imgH="514350" progId="Package">
                  <p:embed/>
                </p:oleObj>
              </mc:Choice>
              <mc:Fallback>
                <p:oleObj name="封裝程式殼層物件" showAsIcon="1" r:id="rId2" imgW="183817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16336" y="3619500"/>
                        <a:ext cx="9055328" cy="2533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932002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1EC98-0819-89CF-5436-28903889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F21190-E749-987F-9149-37E1C8B02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新增</a:t>
            </a:r>
            <a:r>
              <a:rPr lang="en-US" altLang="zh-TW" dirty="0"/>
              <a:t>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FE0312-E703-4BE6-6D3D-787A6BD371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147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98E105-61D6-38BD-FD37-A051E94F4DE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對 </a:t>
            </a:r>
            <a:r>
              <a:rPr lang="en-US" altLang="zh-TW" dirty="0">
                <a:solidFill>
                  <a:srgbClr val="FF0000"/>
                </a:solidFill>
              </a:rPr>
              <a:t>main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zh-TW" altLang="en-US" dirty="0"/>
              <a:t>資料夾右鍵</a:t>
            </a:r>
            <a:r>
              <a:rPr lang="en-US" altLang="zh-TW" dirty="0"/>
              <a:t>-&gt; add existing File </a:t>
            </a:r>
            <a:r>
              <a:rPr lang="zh-TW" altLang="en-US" dirty="0"/>
              <a:t>添加剛剛所下載 </a:t>
            </a:r>
            <a:r>
              <a:rPr lang="en-US" altLang="zh-TW" dirty="0" err="1"/>
              <a:t>ble_trx_service_integrated.h</a:t>
            </a:r>
            <a:r>
              <a:rPr lang="en-US" altLang="zh-TW" dirty="0"/>
              <a:t> </a:t>
            </a:r>
            <a:r>
              <a:rPr lang="zh-TW" altLang="en-US" dirty="0"/>
              <a:t>路徑：</a:t>
            </a:r>
            <a:br>
              <a:rPr lang="en-US" altLang="zh-TW" dirty="0"/>
            </a:b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HT32F675x5_FWLib_V1.0.7f_425\projects\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ble_examples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ble_peripheral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\ht32f675x5_r2\project\cp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9AADFA0-8145-22D8-E2F9-721BBE370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41" y="2087427"/>
            <a:ext cx="8032818" cy="527235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3C6E429-86BA-BD88-B344-EE82270D30A4}"/>
              </a:ext>
            </a:extLst>
          </p:cNvPr>
          <p:cNvSpPr/>
          <p:nvPr/>
        </p:nvSpPr>
        <p:spPr>
          <a:xfrm>
            <a:off x="7467600" y="6255225"/>
            <a:ext cx="3213002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2E089903-5106-94BC-A96B-F19CE14CFCA9}"/>
              </a:ext>
            </a:extLst>
          </p:cNvPr>
          <p:cNvSpPr/>
          <p:nvPr/>
        </p:nvSpPr>
        <p:spPr>
          <a:xfrm>
            <a:off x="12336334" y="595042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D41ABE6F-B3D7-F830-E481-9A66A006BB30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flipH="1">
            <a:off x="10680602" y="6407625"/>
            <a:ext cx="165573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80385819-8F55-DD86-3CD3-88F1BFB8ABF2}"/>
              </a:ext>
            </a:extLst>
          </p:cNvPr>
          <p:cNvSpPr/>
          <p:nvPr/>
        </p:nvSpPr>
        <p:spPr>
          <a:xfrm>
            <a:off x="3551366" y="5180805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1358B098-B45A-4917-E81C-EF9842136199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4465766" y="5638005"/>
            <a:ext cx="102063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A223326-6373-2D8D-932D-6B85B7111FD5}"/>
              </a:ext>
            </a:extLst>
          </p:cNvPr>
          <p:cNvSpPr/>
          <p:nvPr/>
        </p:nvSpPr>
        <p:spPr>
          <a:xfrm>
            <a:off x="5486400" y="5523705"/>
            <a:ext cx="10668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0261292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2411D-998B-390F-70EE-FA453357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4C03556-6FD6-C6A9-9987-6DC703CD0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(1/2)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5AFFC3D-C126-0643-A495-C70A47ACB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148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9394B9-63CC-9739-68A0-973056F58E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複製所有內容</a:t>
            </a:r>
          </a:p>
        </p:txBody>
      </p:sp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02A5D1CB-A946-14DE-3AD1-858565B94B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121792"/>
              </p:ext>
            </p:extLst>
          </p:nvPr>
        </p:nvGraphicFramePr>
        <p:xfrm>
          <a:off x="7527131" y="3771900"/>
          <a:ext cx="3233738" cy="245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676344" imgH="514350" progId="Package">
                  <p:embed/>
                </p:oleObj>
              </mc:Choice>
              <mc:Fallback>
                <p:oleObj name="封裝程式殼層物件" showAsIcon="1" r:id="rId2" imgW="676344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27131" y="3771900"/>
                        <a:ext cx="3233738" cy="2459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308645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E14C-CAA9-2050-D570-AD173709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57BBFD4-C367-DB24-4CDD-35D33FA1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6511AD3-084B-332C-8F65-552DEA846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149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3842B-6111-E729-A6BE-B81D5EBD0C1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直接貼上 </a:t>
            </a:r>
            <a:r>
              <a:rPr lang="en-US" altLang="zh-TW" dirty="0" err="1"/>
              <a:t>app_cfg.h</a:t>
            </a:r>
            <a:r>
              <a:rPr lang="en-US" altLang="zh-TW" dirty="0"/>
              <a:t> </a:t>
            </a:r>
            <a:r>
              <a:rPr lang="zh-TW" altLang="en-US" dirty="0"/>
              <a:t>中的所有內容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8AF8E406-834C-47DC-41DB-DCD52637C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036" y="2257165"/>
            <a:ext cx="10900827" cy="555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82442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AD827-FC16-222F-2CF2-A98C5961F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EE5FB79-E0F3-E6E9-6015-53E9E899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覆蓋 </a:t>
            </a:r>
            <a:r>
              <a:rPr lang="en-US" altLang="zh-TW" dirty="0" err="1"/>
              <a:t>app_cfg</a:t>
            </a:r>
            <a:r>
              <a:rPr lang="en-US" altLang="zh-TW" dirty="0"/>
              <a:t> (2/2)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7E7E03F-8847-9933-3EFD-2D7BFE40A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150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A50AA5-E0CF-E39E-B5A1-B604C7020B6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直接貼上 </a:t>
            </a:r>
            <a:r>
              <a:rPr lang="en-US" altLang="zh-TW" dirty="0" err="1"/>
              <a:t>app_cfg.h</a:t>
            </a:r>
            <a:r>
              <a:rPr lang="en-US" altLang="zh-TW" dirty="0"/>
              <a:t> </a:t>
            </a:r>
            <a:r>
              <a:rPr lang="zh-TW" altLang="en-US" dirty="0"/>
              <a:t>中的所有內容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DF8767CF-F563-7B73-5FB6-D9A59ECC9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036" y="2257165"/>
            <a:ext cx="10900827" cy="555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61687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2A287-47BF-AFE0-D9ED-455DDD5B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C4AB4199-84A6-A1EE-3FBA-6E1833180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4291" y="2549202"/>
            <a:ext cx="7595109" cy="5794698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A729C90-BE7D-7F4C-B1DE-A082AC193FAB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17342" y="2095500"/>
            <a:ext cx="9182100" cy="6527800"/>
          </a:xfrm>
        </p:spPr>
        <p:txBody>
          <a:bodyPr>
            <a:normAutofit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點擊上方工具列的</a:t>
            </a:r>
            <a:endParaRPr lang="en-US" altLang="zh-TW" sz="5400" dirty="0"/>
          </a:p>
          <a:p>
            <a:pPr marL="0" indent="0" algn="just">
              <a:spcBef>
                <a:spcPct val="0"/>
              </a:spcBef>
              <a:buNone/>
            </a:pPr>
            <a:r>
              <a:rPr lang="zh-TW" altLang="en-US" sz="5400" dirty="0"/>
              <a:t>     </a:t>
            </a:r>
            <a:r>
              <a:rPr lang="en-US" altLang="zh-TW" sz="5400" dirty="0"/>
              <a:t>【Options for Target】→CC</a:t>
            </a:r>
            <a:r>
              <a:rPr lang="zh-TW" altLang="en-US" sz="5400" dirty="0"/>
              <a:t> 在 </a:t>
            </a:r>
            <a:r>
              <a:rPr lang="en-US" altLang="zh-TW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Include Paths 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裡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貼上</a:t>
            </a:r>
            <a:r>
              <a:rPr lang="zh-TW" altLang="en-US" sz="52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路徑如下</a:t>
            </a:r>
            <a:r>
              <a:rPr lang="zh-TW" alt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Noto Sans T Chinese"/>
                <a:sym typeface="Noto Sans T Chinese"/>
              </a:rPr>
              <a:t>：</a:t>
            </a:r>
            <a:endParaRPr lang="en-US" altLang="zh-TW" sz="5200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>
              <a:spcBef>
                <a:spcPct val="0"/>
              </a:spcBef>
            </a:pP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lvl="1" algn="just">
              <a:spcBef>
                <a:spcPct val="0"/>
              </a:spcBef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..\..\cp</a:t>
            </a:r>
          </a:p>
          <a:p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58701A4-51B3-C4B6-2755-02CB9C2F5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151</a:t>
            </a:fld>
            <a:endParaRPr kumimoji="1"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8937D52-B968-1F75-6037-642CF80F3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更改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CC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內容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E6D4E5-83CF-5C99-252C-785A8890801D}"/>
              </a:ext>
            </a:extLst>
          </p:cNvPr>
          <p:cNvSpPr/>
          <p:nvPr/>
        </p:nvSpPr>
        <p:spPr>
          <a:xfrm>
            <a:off x="11582400" y="6126480"/>
            <a:ext cx="5905500" cy="381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92A1953-E755-F6AA-B7DC-55D131EE155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24000" y="2851128"/>
            <a:ext cx="685800" cy="7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98206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305BD-61FD-FF5C-E4E5-C090BFA3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CAC56DDA-5B79-E3A2-980C-952D1E973B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rgbClr val="FF0000"/>
                </a:solidFill>
              </a:rPr>
              <a:t>還沒結束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504FE1FA-CE18-D056-4A02-F5797892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CP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0FEB86-AB73-2638-7CD2-EB4B7960C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152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C85A88-91A6-B142-CD3A-234670BDF65F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89640E8-955C-3D65-3F35-CB821847D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58171AB-D0EE-A4F6-90C5-5CC077912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040679"/>
            <a:ext cx="13283674" cy="420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77838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24182-1CB9-1B35-36DD-E11B07B72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29A46E7-B3C3-7159-9534-9284BE72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(1/4)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5CCF058-4FF3-3003-233D-A83038E9C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BE5904-F146-6B6B-F550-EFD9934E1E2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找到 </a:t>
            </a:r>
            <a:r>
              <a:rPr lang="en-US" altLang="zh-TW" dirty="0" err="1"/>
              <a:t>ble_trx_service_integrated.c</a:t>
            </a:r>
            <a:r>
              <a:rPr lang="en-US" altLang="zh-TW" dirty="0"/>
              <a:t> </a:t>
            </a:r>
            <a:r>
              <a:rPr lang="zh-TW" altLang="en-US" dirty="0"/>
              <a:t>點開 </a:t>
            </a:r>
            <a:r>
              <a:rPr lang="en-US" altLang="zh-TW" dirty="0" err="1"/>
              <a:t>ble_event.h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DE70FD5-ECA7-2CD3-45BC-7C27BAFDF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781300"/>
            <a:ext cx="5082430" cy="31242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350440D-B6D2-D938-C3FB-B592525F0C5F}"/>
              </a:ext>
            </a:extLst>
          </p:cNvPr>
          <p:cNvSpPr/>
          <p:nvPr/>
        </p:nvSpPr>
        <p:spPr>
          <a:xfrm>
            <a:off x="3352800" y="4845668"/>
            <a:ext cx="457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0232B69-B870-A49B-D53C-8DCEC721A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781300"/>
            <a:ext cx="7048501" cy="28194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45003FF-623F-1F89-BBB7-04402619A640}"/>
              </a:ext>
            </a:extLst>
          </p:cNvPr>
          <p:cNvSpPr/>
          <p:nvPr/>
        </p:nvSpPr>
        <p:spPr>
          <a:xfrm>
            <a:off x="9601200" y="3619500"/>
            <a:ext cx="3505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394557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DFA28-D559-5882-D479-8E65E0CF9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4AA9C6C-4AB4-8676-5230-227C2AEF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(2/4)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ADB368-EB74-BFFB-0A71-26122B3AA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EAD006-B7DE-CFC8-0D48-074D21D1D7A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en-US" altLang="zh-TW" dirty="0"/>
              <a:t> </a:t>
            </a:r>
            <a:r>
              <a:rPr lang="zh-TW" altLang="en-US" dirty="0"/>
              <a:t>添加 </a:t>
            </a:r>
            <a:r>
              <a:rPr lang="en-US" altLang="zh-TW" dirty="0">
                <a:solidFill>
                  <a:srgbClr val="FF0000"/>
                </a:solidFill>
              </a:rPr>
              <a:t>extern uint16_t </a:t>
            </a:r>
            <a:r>
              <a:rPr lang="en-US" altLang="zh-TW" dirty="0" err="1">
                <a:solidFill>
                  <a:srgbClr val="FF0000"/>
                </a:solidFill>
              </a:rPr>
              <a:t>ble_event_get_conn_handle</a:t>
            </a:r>
            <a:r>
              <a:rPr lang="en-US" altLang="zh-TW" dirty="0">
                <a:solidFill>
                  <a:srgbClr val="FF0000"/>
                </a:solidFill>
              </a:rPr>
              <a:t>(void);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7FA6620-27AE-D490-7FA8-5AD74856C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3162300"/>
            <a:ext cx="9760175" cy="370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6522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801CD-08B7-1646-5D36-09190188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6F515D8-9F7B-531D-3B90-15374732B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3046972"/>
            <a:ext cx="7539282" cy="4046972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2DAB71FD-F78F-9612-481F-1AB516E2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(3/4)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9585FC5-FCAD-2E85-1C36-4D631E18E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06C745-A422-E20E-7490-C5251C09816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" y="8113679"/>
            <a:ext cx="18287999" cy="660399"/>
          </a:xfrm>
        </p:spPr>
        <p:txBody>
          <a:bodyPr/>
          <a:lstStyle/>
          <a:p>
            <a:r>
              <a:rPr lang="zh-TW" altLang="en-US" dirty="0"/>
              <a:t>找到 </a:t>
            </a:r>
            <a:r>
              <a:rPr lang="en-US" altLang="zh-TW" dirty="0" err="1"/>
              <a:t>ble_peripheral</a:t>
            </a:r>
            <a:r>
              <a:rPr lang="en-US" altLang="zh-TW" dirty="0"/>
              <a:t> </a:t>
            </a:r>
            <a:r>
              <a:rPr lang="zh-TW" altLang="en-US" dirty="0"/>
              <a:t>資料夾點開 </a:t>
            </a:r>
            <a:r>
              <a:rPr lang="en-US" altLang="zh-TW" dirty="0" err="1"/>
              <a:t>ble_event.c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2630AF-A474-96F6-5D24-2F3D54C6AD45}"/>
              </a:ext>
            </a:extLst>
          </p:cNvPr>
          <p:cNvSpPr/>
          <p:nvPr/>
        </p:nvSpPr>
        <p:spPr>
          <a:xfrm>
            <a:off x="5410200" y="3407410"/>
            <a:ext cx="457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3D41F5-CF2A-81C5-F0F6-CFB35944C1BC}"/>
              </a:ext>
            </a:extLst>
          </p:cNvPr>
          <p:cNvSpPr/>
          <p:nvPr/>
        </p:nvSpPr>
        <p:spPr>
          <a:xfrm>
            <a:off x="6172200" y="6299200"/>
            <a:ext cx="5410200" cy="449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883693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21F8A-7B1F-B28E-A7A2-BA2E9089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DD8CE461-32DB-F269-FAC3-E1D512346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添加 </a:t>
            </a:r>
            <a:r>
              <a:rPr lang="en-US" altLang="zh-TW" dirty="0" err="1"/>
              <a:t>le_event_get_conn_handle</a:t>
            </a:r>
            <a:r>
              <a:rPr lang="en-US" altLang="zh-TW" dirty="0"/>
              <a:t> (4/4)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43AB226-738E-E25E-46E1-B45A8A92D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156</a:t>
            </a:fld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2A63F86-3C36-D3F5-0BEA-6272C60888B6}"/>
              </a:ext>
            </a:extLst>
          </p:cNvPr>
          <p:cNvSpPr txBox="1"/>
          <p:nvPr/>
        </p:nvSpPr>
        <p:spPr>
          <a:xfrm>
            <a:off x="1117600" y="3866227"/>
            <a:ext cx="8001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在檔案最底下添加以下函式：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uint16_t ble_event_get_conn_handle(void)</a:t>
            </a:r>
          </a:p>
          <a:p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m_u16ConnHandle;</a:t>
            </a:r>
          </a:p>
          <a:p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C8F957A5-711C-50BE-9847-1E00493715CE}"/>
              </a:ext>
            </a:extLst>
          </p:cNvPr>
          <p:cNvGrpSpPr/>
          <p:nvPr/>
        </p:nvGrpSpPr>
        <p:grpSpPr>
          <a:xfrm>
            <a:off x="8966200" y="3009900"/>
            <a:ext cx="6610351" cy="3820058"/>
            <a:chOff x="8172450" y="2925015"/>
            <a:chExt cx="6610351" cy="3820058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BD21CE55-2933-CF5C-5B1E-4F1EDDDA9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29266"/>
            <a:stretch>
              <a:fillRect/>
            </a:stretch>
          </p:blipFill>
          <p:spPr>
            <a:xfrm>
              <a:off x="8172451" y="2925015"/>
              <a:ext cx="6610350" cy="3820058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704B3CA-20EA-DD38-1683-08AD7DD10D8E}"/>
                </a:ext>
              </a:extLst>
            </p:cNvPr>
            <p:cNvSpPr/>
            <p:nvPr/>
          </p:nvSpPr>
          <p:spPr>
            <a:xfrm>
              <a:off x="8172450" y="5651929"/>
              <a:ext cx="5314950" cy="109314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3495855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F9596-59EA-9A01-6827-6E3445817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AD80C327-004F-DA9E-026C-8B534E2AA3F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algn="just"/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06DBAC46-D716-4B43-D576-33B37335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CP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008DC3D-9AB8-73E1-9018-B9EA133A3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157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7F3A956-5896-F99C-9264-2774802EEC31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F5DAE59-BA79-6D65-DC23-05A07C13D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643"/>
          <a:stretch>
            <a:fillRect/>
          </a:stretch>
        </p:blipFill>
        <p:spPr>
          <a:xfrm>
            <a:off x="2476500" y="2860472"/>
            <a:ext cx="13335000" cy="456902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E5CE91C-0CA6-DBFE-A3F6-2401D7F90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20066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7CC58-07D0-6F69-2D01-2EB8C9EFA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FD370AB-FD0F-D7C8-4AE6-E0330825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開啟</a:t>
            </a:r>
            <a:r>
              <a:rPr lang="en-US" altLang="zh-TW" sz="6500" dirty="0"/>
              <a:t>MP</a:t>
            </a:r>
            <a:r>
              <a:rPr lang="zh-TW" altLang="en-US" sz="6500" dirty="0"/>
              <a:t>韌體專案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1303F0-3478-5A2C-98C4-C4A404F3E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158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8696640-6701-3C3E-304B-200034B51AC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請先對 </a:t>
            </a:r>
            <a:r>
              <a:rPr lang="en-US" altLang="zh-TW" dirty="0"/>
              <a:t>Project: </a:t>
            </a:r>
            <a:r>
              <a:rPr lang="en-US" altLang="zh-TW" dirty="0" err="1"/>
              <a:t>ble_peripheral_mp</a:t>
            </a:r>
            <a:r>
              <a:rPr lang="en-US" altLang="zh-TW" dirty="0"/>
              <a:t> </a:t>
            </a:r>
            <a:r>
              <a:rPr lang="zh-TW" altLang="en-US" dirty="0"/>
              <a:t>點擊右鍵，選擇 </a:t>
            </a:r>
            <a:r>
              <a:rPr lang="en-US" altLang="zh-TW" dirty="0"/>
              <a:t>Set as Active Project 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41072BF-FB0C-14DA-6E45-E10228B6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900" y="2027237"/>
            <a:ext cx="7444199" cy="579661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AF6B6B9-FF6A-A1F8-44A4-570DC92501A1}"/>
              </a:ext>
            </a:extLst>
          </p:cNvPr>
          <p:cNvSpPr/>
          <p:nvPr/>
        </p:nvSpPr>
        <p:spPr>
          <a:xfrm>
            <a:off x="5943600" y="56007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流程圖: 接點 9">
            <a:extLst>
              <a:ext uri="{FF2B5EF4-FFF2-40B4-BE49-F238E27FC236}">
                <a16:creationId xmlns:a16="http://schemas.microsoft.com/office/drawing/2014/main" id="{3BF1D684-F635-9DDF-7BA7-66E189BCB419}"/>
              </a:ext>
            </a:extLst>
          </p:cNvPr>
          <p:cNvSpPr/>
          <p:nvPr/>
        </p:nvSpPr>
        <p:spPr>
          <a:xfrm>
            <a:off x="3789450" y="53721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CA6C5F4-9ADE-9B33-E306-E7B93FBBD734}"/>
              </a:ext>
            </a:extLst>
          </p:cNvPr>
          <p:cNvCxnSpPr>
            <a:cxnSpLocks/>
            <a:stCxn id="10" idx="6"/>
            <a:endCxn id="8" idx="1"/>
          </p:cNvCxnSpPr>
          <p:nvPr/>
        </p:nvCxnSpPr>
        <p:spPr>
          <a:xfrm>
            <a:off x="4703850" y="5829300"/>
            <a:ext cx="12397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E3146E7-8701-13DA-9E8F-74087BA71D85}"/>
              </a:ext>
            </a:extLst>
          </p:cNvPr>
          <p:cNvSpPr/>
          <p:nvPr/>
        </p:nvSpPr>
        <p:spPr>
          <a:xfrm>
            <a:off x="8200030" y="5829300"/>
            <a:ext cx="2209800" cy="457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2097987F-B43F-AB02-86E1-BA48DAB0B0B9}"/>
              </a:ext>
            </a:extLst>
          </p:cNvPr>
          <p:cNvSpPr/>
          <p:nvPr/>
        </p:nvSpPr>
        <p:spPr>
          <a:xfrm>
            <a:off x="11485891" y="5600700"/>
            <a:ext cx="914400" cy="914400"/>
          </a:xfrm>
          <a:prstGeom prst="flowChartConnector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en-US" sz="44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8DD6690-DEE4-3C17-45C5-3DE8743C52A6}"/>
              </a:ext>
            </a:extLst>
          </p:cNvPr>
          <p:cNvCxnSpPr>
            <a:cxnSpLocks/>
            <a:stCxn id="19" idx="2"/>
            <a:endCxn id="17" idx="3"/>
          </p:cNvCxnSpPr>
          <p:nvPr/>
        </p:nvCxnSpPr>
        <p:spPr>
          <a:xfrm flipH="1">
            <a:off x="10409830" y="6057900"/>
            <a:ext cx="107606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21140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83A72-27DA-B34A-5B69-CA4869E8C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3B7DD6E-00C7-62CF-E2F5-3F0E39BC6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500" dirty="0"/>
              <a:t>修改 </a:t>
            </a:r>
            <a:r>
              <a:rPr lang="en-US" altLang="zh-TW" sz="6500" dirty="0"/>
              <a:t>ble_peripheral_mp.bat</a:t>
            </a:r>
            <a:r>
              <a:rPr lang="zh-TW" altLang="en-US" sz="6500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3F0E84-A635-4217-6921-693668AB1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159</a:t>
            </a:fld>
            <a:endParaRPr kumimoji="1" lang="zh-TW" altLang="en-US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5C626D8-E47A-37FA-20EE-F095F178EF3D}"/>
              </a:ext>
            </a:extLst>
          </p:cNvPr>
          <p:cNvSpPr txBox="1">
            <a:spLocks/>
          </p:cNvSpPr>
          <p:nvPr/>
        </p:nvSpPr>
        <p:spPr>
          <a:xfrm>
            <a:off x="19050" y="7580313"/>
            <a:ext cx="18288000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請用左鍵點兩下上方左圖，下載 </a:t>
            </a:r>
            <a:r>
              <a:rPr lang="en-US" altLang="zh-TW" dirty="0"/>
              <a:t>ble_peripheral_mp.bat </a:t>
            </a:r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放到路徑：</a:t>
            </a:r>
            <a:endParaRPr lang="en-US" altLang="zh-TW" dirty="0">
              <a:solidFill>
                <a:srgbClr val="000000"/>
              </a:solidFill>
              <a:cs typeface="Noto Sans T Chinese"/>
              <a:sym typeface="Noto Sans T Chinese"/>
            </a:endParaRPr>
          </a:p>
          <a:p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HT32F675x5_FWLib_V1.0.7f_425</a:t>
            </a:r>
            <a:r>
              <a:rPr lang="en-US" altLang="zh-TW" dirty="0"/>
              <a:t>\projects\</a:t>
            </a:r>
            <a:r>
              <a:rPr lang="en-US" altLang="zh-TW" dirty="0" err="1"/>
              <a:t>ble_examples</a:t>
            </a:r>
            <a:r>
              <a:rPr lang="en-US" altLang="zh-TW" dirty="0"/>
              <a:t>\</a:t>
            </a:r>
            <a:r>
              <a:rPr lang="en-US" altLang="zh-TW" dirty="0" err="1"/>
              <a:t>ble_peripheral</a:t>
            </a:r>
            <a:r>
              <a:rPr lang="en-US" altLang="zh-TW" dirty="0"/>
              <a:t>\ht32f675x5_r2\project_HT32-IDE\</a:t>
            </a:r>
            <a:r>
              <a:rPr lang="en-US" altLang="zh-TW" dirty="0" err="1"/>
              <a:t>mp</a:t>
            </a:r>
            <a:endParaRPr lang="en-US" altLang="zh-TW" dirty="0"/>
          </a:p>
          <a:p>
            <a:r>
              <a:rPr lang="zh-TW" altLang="en-US" dirty="0"/>
              <a:t>取代 </a:t>
            </a:r>
            <a:r>
              <a:rPr lang="en-US" altLang="zh-TW" dirty="0">
                <a:solidFill>
                  <a:srgbClr val="FF0000"/>
                </a:solidFill>
              </a:rPr>
              <a:t>ble_peripheral_mp.bat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6B5C4866-60C6-C5A1-AC85-39512E538B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4478" y="4029911"/>
          <a:ext cx="6599043" cy="2227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1524116" imgH="514350" progId="Package">
                  <p:embed/>
                </p:oleObj>
              </mc:Choice>
              <mc:Fallback>
                <p:oleObj name="封裝程式殼層物件" showAsIcon="1" r:id="rId2" imgW="1524116" imgH="514350" progId="Package">
                  <p:embed/>
                  <p:pic>
                    <p:nvPicPr>
                      <p:cNvPr id="9" name="物件 8">
                        <a:extLst>
                          <a:ext uri="{FF2B5EF4-FFF2-40B4-BE49-F238E27FC236}">
                            <a16:creationId xmlns:a16="http://schemas.microsoft.com/office/drawing/2014/main" id="{6B5C4866-60C6-C5A1-AC85-39512E538B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44478" y="4029911"/>
                        <a:ext cx="6599043" cy="22271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2967595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72407-3DD9-D64F-ECA6-8E41731E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777AE6C3-05EF-5BA5-FD02-8BBC2FF5749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81200" y="8480374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dirty="0"/>
              <a:t>點擊          </a:t>
            </a:r>
            <a:r>
              <a:rPr lang="en-US" altLang="zh-TW" dirty="0"/>
              <a:t>【</a:t>
            </a:r>
            <a:r>
              <a:rPr lang="en-US" altLang="zh-TW" dirty="0" err="1"/>
              <a:t>Rebulid</a:t>
            </a:r>
            <a:r>
              <a:rPr lang="en-US" altLang="zh-TW" dirty="0"/>
              <a:t>】</a:t>
            </a:r>
            <a:r>
              <a:rPr lang="zh-TW" altLang="en-US" dirty="0"/>
              <a:t>，成功的話會出現如上圖所示編譯資訊圖的訊息，</a:t>
            </a:r>
            <a:endParaRPr lang="en-US" altLang="zh-TW" dirty="0"/>
          </a:p>
          <a:p>
            <a:pPr algn="just"/>
            <a:r>
              <a:rPr lang="zh-TW" altLang="en-US" dirty="0"/>
              <a:t>如果</a:t>
            </a:r>
            <a:r>
              <a:rPr lang="zh-TW" altLang="en-US" dirty="0">
                <a:solidFill>
                  <a:srgbClr val="FF0000"/>
                </a:solidFill>
              </a:rPr>
              <a:t>不是 </a:t>
            </a:r>
            <a:r>
              <a:rPr lang="en-US" altLang="zh-TW" dirty="0">
                <a:solidFill>
                  <a:srgbClr val="FF0000"/>
                </a:solidFill>
              </a:rPr>
              <a:t>0 Error(s)</a:t>
            </a:r>
            <a:r>
              <a:rPr lang="zh-TW" altLang="en-US" dirty="0"/>
              <a:t>，請重新檢查安裝步驟</a:t>
            </a:r>
            <a:endParaRPr lang="en-US" altLang="zh-TW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1A9F3790-5D7E-58E0-E4D8-8E2376F2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編譯 </a:t>
            </a:r>
            <a:r>
              <a:rPr lang="en-US" altLang="zh-TW" dirty="0"/>
              <a:t>MP</a:t>
            </a:r>
            <a:r>
              <a:rPr lang="zh-TW" altLang="en-US" dirty="0"/>
              <a:t> 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9669A09-151F-EB64-7DC9-8B3E8227D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160</a:t>
            </a:fld>
            <a:endParaRPr kumimoji="1" lang="zh-TW" altLang="en-US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3DB051D7-8B0B-3F16-20B4-5D73ADE29A4D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F961141-28D0-A8D4-D79C-DA3009653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51" y="2325641"/>
            <a:ext cx="8747898" cy="56236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F66D5A3-CBE4-71FA-28A4-233FFB850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8398015"/>
            <a:ext cx="762000" cy="74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65869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305BD-61FD-FF5C-E4E5-C090BFA3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04FE1FA-CE18-D056-4A02-F5797892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lvl="0" indent="0">
              <a:lnSpc>
                <a:spcPts val="7699"/>
              </a:lnSpc>
            </a:pPr>
            <a:r>
              <a:rPr lang="zh-TW" altLang="en-US" dirty="0"/>
              <a:t>燒錄 </a:t>
            </a:r>
            <a:r>
              <a:rPr lang="en-US" altLang="zh-TW" dirty="0">
                <a:ea typeface="標楷體" panose="03000509000000000000" pitchFamily="65" charset="-120"/>
              </a:rPr>
              <a:t>Start  Recognition</a:t>
            </a:r>
            <a:r>
              <a:rPr lang="zh-TW" altLang="en-US" dirty="0">
                <a:ea typeface="標楷體" panose="03000509000000000000" pitchFamily="65" charset="-120"/>
              </a:rPr>
              <a:t> </a:t>
            </a:r>
            <a:r>
              <a:rPr lang="zh-TW" altLang="en-US" dirty="0"/>
              <a:t>韌體專案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30FEB86-AB73-2638-7CD2-EB4B7960C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161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8830E49-97F0-0A2E-A9EF-9E10D2DBB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39" b="1320"/>
          <a:stretch>
            <a:fillRect/>
          </a:stretch>
        </p:blipFill>
        <p:spPr>
          <a:xfrm>
            <a:off x="3919538" y="8439195"/>
            <a:ext cx="776821" cy="742758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C85A88-91A6-B142-CD3A-234670BDF65F}"/>
              </a:ext>
            </a:extLst>
          </p:cNvPr>
          <p:cNvSpPr txBox="1">
            <a:spLocks/>
          </p:cNvSpPr>
          <p:nvPr/>
        </p:nvSpPr>
        <p:spPr>
          <a:xfrm>
            <a:off x="1600200" y="59817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CAC56DDA-5B79-E3A2-980C-952D1E973BF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r>
              <a:rPr lang="zh-TW" altLang="en-US" dirty="0"/>
              <a:t>點擊        </a:t>
            </a:r>
            <a:r>
              <a:rPr lang="en-US" altLang="zh-TW" dirty="0"/>
              <a:t>【Load】</a:t>
            </a:r>
            <a:r>
              <a:rPr lang="zh-TW" altLang="en-US" dirty="0"/>
              <a:t>，成功的話會出現如上圖所示上傳資訊圖的訊息。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AB3805D-289D-2B14-0355-85A1EB9BE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720" y="2994746"/>
            <a:ext cx="14190583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3087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ABC6-C69B-87F2-7CF6-F3F5134C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935C74-B8AB-E57C-D610-6E1004FED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162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FD5353B3-04EC-E8AF-A40A-08D56ECD2004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2B5D5780-F2FC-4DE5-DA69-9D484FF79BC0}"/>
              </a:ext>
            </a:extLst>
          </p:cNvPr>
          <p:cNvSpPr txBox="1"/>
          <p:nvPr/>
        </p:nvSpPr>
        <p:spPr>
          <a:xfrm>
            <a:off x="2757219" y="4485017"/>
            <a:ext cx="12906003" cy="1316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手機接收端</a:t>
            </a:r>
            <a:endParaRPr lang="en-US" altLang="zh-TW" sz="88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26983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529A-29B7-F2D2-B49E-494A6F49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249DBA8F-02B0-591F-E4EA-89A8722F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手機程式下載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A1C049-63EB-C578-3F7E-BA948ECB9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163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8DF625B8-04B0-958F-F034-8B48B5DA9C6E}"/>
              </a:ext>
            </a:extLst>
          </p:cNvPr>
          <p:cNvSpPr txBox="1">
            <a:spLocks/>
          </p:cNvSpPr>
          <p:nvPr/>
        </p:nvSpPr>
        <p:spPr>
          <a:xfrm>
            <a:off x="1257300" y="8420100"/>
            <a:ext cx="16268699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r>
              <a:rPr lang="zh-TW" altLang="en-US" dirty="0"/>
              <a:t>已上傳 </a:t>
            </a:r>
            <a:r>
              <a:rPr lang="en-US" altLang="zh-TW" dirty="0" err="1"/>
              <a:t>Github</a:t>
            </a:r>
            <a:r>
              <a:rPr lang="zh-TW" altLang="en-US" dirty="0"/>
              <a:t> 請先下載：</a:t>
            </a:r>
            <a:r>
              <a:rPr lang="en-US" altLang="zh-TW" dirty="0">
                <a:hlinkClick r:id="rId2"/>
              </a:rPr>
              <a:t>(</a:t>
            </a:r>
            <a:r>
              <a:rPr lang="en-US" altLang="zh-TW" dirty="0">
                <a:hlinkClick r:id="rId2"/>
              </a:rPr>
              <a:t>https://github.com/ASAS0326/holtek_Super_Smart_Racket)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A5D3B3C-CD80-2328-6ECE-E50C8B0AA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209" y="1714500"/>
            <a:ext cx="7999581" cy="64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886210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DC7B8-91BA-1BE4-A9DB-6BE2F4DD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FF802A8-A153-7793-916B-4BA7B0F9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(1/8)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2F3C1C-1637-09E0-145E-5307766D4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164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AEAA8BFF-DD15-0528-7B94-FA3D00027726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下載</a:t>
            </a:r>
            <a:r>
              <a:rPr lang="en-US" altLang="zh-TW" dirty="0"/>
              <a:t>APP</a:t>
            </a:r>
            <a:r>
              <a:rPr lang="zh-TW" altLang="en-US" dirty="0"/>
              <a:t>完成後點擊打開 </a:t>
            </a:r>
            <a:r>
              <a:rPr lang="en-US" altLang="zh-TW" dirty="0"/>
              <a:t>tts_ble1 </a:t>
            </a:r>
            <a:r>
              <a:rPr lang="zh-TW" altLang="en-US" dirty="0"/>
              <a:t>就會看到此畫面 點擊進入程式</a:t>
            </a:r>
            <a:r>
              <a:rPr lang="en-US" altLang="zh-TW" dirty="0"/>
              <a:t> 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C18C0C6-E90E-71A7-7A0D-663300320833}"/>
              </a:ext>
            </a:extLst>
          </p:cNvPr>
          <p:cNvPicPr>
            <a:picLocks noGrp="1" noChangeAspect="1"/>
          </p:cNvPicPr>
          <p:nvPr>
            <p:ph sz="half"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599" y="1409700"/>
            <a:ext cx="3374801" cy="701833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D8D14E1-2ADE-80E9-17AC-A4D7BEF1A98B}"/>
              </a:ext>
            </a:extLst>
          </p:cNvPr>
          <p:cNvSpPr/>
          <p:nvPr/>
        </p:nvSpPr>
        <p:spPr>
          <a:xfrm>
            <a:off x="7752312" y="6286500"/>
            <a:ext cx="28194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784302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EB27F-DBC7-C856-460D-D16A6954B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215202A8-D873-81A1-0E8C-153EE41DD5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7" y="1562100"/>
            <a:ext cx="3116010" cy="648014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629EAE44-94F4-DC2F-530B-28893D7F1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(2/8)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3ACDDB-8D3D-D58F-2963-B115F4088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165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8F8A553B-93A3-B05D-EEAA-1229C28509F5}"/>
              </a:ext>
            </a:extLst>
          </p:cNvPr>
          <p:cNvSpPr txBox="1">
            <a:spLocks/>
          </p:cNvSpPr>
          <p:nvPr/>
        </p:nvSpPr>
        <p:spPr>
          <a:xfrm>
            <a:off x="1264227" y="86868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下滑選至</a:t>
            </a:r>
            <a:r>
              <a:rPr lang="zh-TW" altLang="zh-TW" dirty="0"/>
              <a:t>藍牙</a:t>
            </a:r>
            <a:r>
              <a:rPr lang="zh-TW" altLang="en-US" dirty="0"/>
              <a:t>連線</a:t>
            </a:r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A11348-0C1D-0EEE-E35B-953F7C93CADA}"/>
              </a:ext>
            </a:extLst>
          </p:cNvPr>
          <p:cNvSpPr/>
          <p:nvPr/>
        </p:nvSpPr>
        <p:spPr>
          <a:xfrm>
            <a:off x="7590151" y="4704542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619905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A302C-15E7-294D-3F46-DF55CC1DE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3CBD42B-A09E-F854-6149-26C835ACE4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530" y="1764505"/>
            <a:ext cx="3249612" cy="6757989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48369906-9A05-4547-F541-9024DA6E2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(3/8)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0B5DBE-CF89-7949-AF7D-3DCA3C526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166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E84BCA71-50BD-DD3B-66C7-CE6743E261D0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BDEC96-8416-5FBF-F837-94957B4A48E8}"/>
              </a:ext>
            </a:extLst>
          </p:cNvPr>
          <p:cNvSpPr/>
          <p:nvPr/>
        </p:nvSpPr>
        <p:spPr>
          <a:xfrm>
            <a:off x="7470404" y="3314700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7A9CE781-6BF6-891D-4178-EB9B6FFE5DE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點擊搜尋，設備</a:t>
            </a:r>
            <a:r>
              <a:rPr lang="zh-TW" altLang="zh-TW" dirty="0"/>
              <a:t>搜尋到 Super_Smart_Racket 後，點選該裝置。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83996336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D2200-0000-AD52-9C8E-9EC42535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CE06BDDD-D7BC-FA2C-41AF-B979DBE731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297" y="1866900"/>
            <a:ext cx="3133207" cy="6515911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A50BBE73-7FF9-D04F-068F-7EC7F812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(4/8)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EF6325-D897-2882-7CD0-6F09FFB3B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167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18E6B21E-9579-E650-D433-17DA95408747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CD2919-93B0-2637-71FE-D1E82A4A985C}"/>
              </a:ext>
            </a:extLst>
          </p:cNvPr>
          <p:cNvSpPr/>
          <p:nvPr/>
        </p:nvSpPr>
        <p:spPr>
          <a:xfrm>
            <a:off x="6934200" y="4516987"/>
            <a:ext cx="3540077" cy="12157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FB285CD6-21E7-E367-F958-5F9C965729DC}"/>
              </a:ext>
            </a:extLst>
          </p:cNvPr>
          <p:cNvSpPr txBox="1">
            <a:spLocks/>
          </p:cNvSpPr>
          <p:nvPr/>
        </p:nvSpPr>
        <p:spPr>
          <a:xfrm>
            <a:off x="1123699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 連線 </a:t>
            </a:r>
            <a:endParaRPr lang="en-US" altLang="zh-TW" dirty="0"/>
          </a:p>
          <a:p>
            <a:r>
              <a:rPr lang="en-US" altLang="zh-TW" dirty="0"/>
              <a:t>PS</a:t>
            </a:r>
            <a:r>
              <a:rPr lang="zh-TW" altLang="en-US" dirty="0"/>
              <a:t>：</a:t>
            </a:r>
            <a:r>
              <a:rPr lang="zh-TW" altLang="zh-TW" dirty="0"/>
              <a:t>若連線失敗，請確認球拍黃燈為亮起狀態，再重新搜尋並連線。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05517007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C32E2-1F01-364C-EB1B-6ED5242A6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A3455CD-8015-3B4B-6536-157EE372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(5/8)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B49642-F5BB-D57B-C81A-2582ED438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168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9245FE92-C037-262E-AE1C-763AF4E039E4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E43BDF1E-B0E6-A4E2-83C9-C1301729CC59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連接成功畫面顯示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B3FFEEB-A1AB-128C-F6C9-230853903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2210218"/>
            <a:ext cx="2820965" cy="586656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392F807-DAA4-0A85-5C2D-928E5B5F712D}"/>
              </a:ext>
            </a:extLst>
          </p:cNvPr>
          <p:cNvSpPr/>
          <p:nvPr/>
        </p:nvSpPr>
        <p:spPr>
          <a:xfrm>
            <a:off x="7000926" y="6974929"/>
            <a:ext cx="3540077" cy="12157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0088436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8A5D-0547-282C-A656-494001DB7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0F2E3094-6074-AC35-C547-B490C23B6F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894" y="1903427"/>
            <a:ext cx="3116010" cy="648014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09587A32-CE8B-44D2-0494-8458F66B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(6/8)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76453B-7DF6-6FAE-7CF9-8CA827309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169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B288D215-91AC-6ACA-CDE1-3A942DDE4D5C}"/>
              </a:ext>
            </a:extLst>
          </p:cNvPr>
          <p:cNvSpPr txBox="1">
            <a:spLocks/>
          </p:cNvSpPr>
          <p:nvPr/>
        </p:nvSpPr>
        <p:spPr>
          <a:xfrm>
            <a:off x="838200" y="857051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回到首頁點擊 揮球姿勢辨識</a:t>
            </a:r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DFE4FD-A7C0-B7F7-12A0-B11A2FBE3E45}"/>
              </a:ext>
            </a:extLst>
          </p:cNvPr>
          <p:cNvSpPr/>
          <p:nvPr/>
        </p:nvSpPr>
        <p:spPr>
          <a:xfrm>
            <a:off x="7141954" y="2896828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959103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C113-9367-A498-D74C-0E1A4E1E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00549DC-9B47-8136-FEF3-9D6D29C4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(7/8)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7892E6-1443-A546-3D94-6DE5DD3F2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170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B764FACA-363E-363F-E4E1-D4F5965A4757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1B40A06D-401B-825B-1B45-D0247BF709D5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zh-TW" dirty="0"/>
              <a:t>點擊右上角開始按鈕，啟動 AI 揮球姿勢辨識。</a:t>
            </a:r>
            <a:endParaRPr lang="en-US" altLang="zh-TW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6035ABF-2341-2E27-7C49-D1ECC2F3F4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915" y="1809750"/>
            <a:ext cx="3206100" cy="66675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F99EA48-D745-8856-925F-6DA2AF19AFBE}"/>
              </a:ext>
            </a:extLst>
          </p:cNvPr>
          <p:cNvSpPr/>
          <p:nvPr/>
        </p:nvSpPr>
        <p:spPr>
          <a:xfrm>
            <a:off x="9805980" y="2000250"/>
            <a:ext cx="533399" cy="5576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2238255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D2C7-5067-D3B6-7194-C6A96CB5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55F4509-AAD1-A797-DC74-CB7D7B1FE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</a:t>
            </a:r>
            <a:r>
              <a:rPr lang="en-US" altLang="zh-TW" dirty="0"/>
              <a:t>APP</a:t>
            </a:r>
            <a:r>
              <a:rPr lang="zh-TW" altLang="en-US" dirty="0"/>
              <a:t>使用</a:t>
            </a:r>
            <a:r>
              <a:rPr lang="en-US" altLang="zh-TW" dirty="0"/>
              <a:t>(8/8)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C83A23-B3AA-EFDB-8ECD-532ED4928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171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65E6B43E-AD61-38AE-9CC3-5B243E42D6C5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D45BDA9B-67BD-A6DC-9E92-91914009519B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zh-TW" dirty="0"/>
              <a:t>揮動球拍後，畫面會即時顯示辨識到的揮拍姿勢與辨識結果。</a:t>
            </a:r>
            <a:r>
              <a:rPr lang="zh-TW" altLang="en-US" dirty="0"/>
              <a:t> </a:t>
            </a:r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1F88E58-1B86-6D9D-4FD3-C103827A96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800" y="2027237"/>
            <a:ext cx="287633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73942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532C8-0CA7-66B5-F36F-01CD44FE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4BDC8C-1B73-551E-0783-EC61B6B45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172</a:t>
            </a:fld>
            <a:endParaRPr kumimoji="1" lang="zh-TW" altLang="en-US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66D93B81-952D-D781-61FD-A6709DD96BE1}"/>
              </a:ext>
            </a:extLst>
          </p:cNvPr>
          <p:cNvSpPr/>
          <p:nvPr/>
        </p:nvSpPr>
        <p:spPr>
          <a:xfrm>
            <a:off x="2445739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D9B41FF9-BBF3-BA42-7B3B-15AA80D8BAC2}"/>
              </a:ext>
            </a:extLst>
          </p:cNvPr>
          <p:cNvSpPr txBox="1"/>
          <p:nvPr/>
        </p:nvSpPr>
        <p:spPr>
          <a:xfrm>
            <a:off x="2757219" y="4485017"/>
            <a:ext cx="12906003" cy="1316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網頁接收端</a:t>
            </a:r>
            <a:endParaRPr lang="en-US" altLang="zh-TW" sz="88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581527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0F9C8-66B7-5F0F-8F64-4546806A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D2D86B4-F471-F599-7247-004A9AF17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65A2A8-B748-BBEC-4ABC-2262464A1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173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3A4243FB-BB59-C153-4C60-558147DCB0E7}"/>
              </a:ext>
            </a:extLst>
          </p:cNvPr>
          <p:cNvSpPr txBox="1">
            <a:spLocks/>
          </p:cNvSpPr>
          <p:nvPr/>
        </p:nvSpPr>
        <p:spPr>
          <a:xfrm>
            <a:off x="1257300" y="8420100"/>
            <a:ext cx="16268699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r>
              <a:rPr lang="zh-TW" altLang="en-US" dirty="0"/>
              <a:t>網頁：</a:t>
            </a:r>
            <a:r>
              <a:rPr lang="en-US" altLang="zh-TW" dirty="0">
                <a:hlinkClick r:id="rId2"/>
              </a:rPr>
              <a:t>https://asas0326.github.io/holtek_Super_Smart_Racket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0E3F0DC-4432-6AA7-F98D-8FFE98A73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474" y="2120433"/>
            <a:ext cx="12050126" cy="572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66551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0FBD5-31CF-529B-C88A-08EF046B1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3FE464B-AD14-9FED-1F03-F96CD5BE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1A8D1B-196C-0172-9434-7846CBEC3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174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D8599C75-93A6-8A85-76AC-7849E43ED569}"/>
              </a:ext>
            </a:extLst>
          </p:cNvPr>
          <p:cNvSpPr txBox="1">
            <a:spLocks/>
          </p:cNvSpPr>
          <p:nvPr/>
        </p:nvSpPr>
        <p:spPr>
          <a:xfrm>
            <a:off x="838200" y="8986057"/>
            <a:ext cx="16268699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endParaRPr lang="en-US" altLang="zh-TW" dirty="0">
              <a:solidFill>
                <a:srgbClr val="FF0000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E903981-33FD-D7FC-2724-A8495263A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486" y="2282995"/>
            <a:ext cx="12050126" cy="572101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EDA22ED-A10A-E50D-CC12-65934D2BA840}"/>
              </a:ext>
            </a:extLst>
          </p:cNvPr>
          <p:cNvSpPr/>
          <p:nvPr/>
        </p:nvSpPr>
        <p:spPr>
          <a:xfrm>
            <a:off x="3048000" y="3238500"/>
            <a:ext cx="10668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DA1CF692-89AE-50F4-E183-B1641BE7EDF8}"/>
              </a:ext>
            </a:extLst>
          </p:cNvPr>
          <p:cNvSpPr txBox="1">
            <a:spLocks/>
          </p:cNvSpPr>
          <p:nvPr/>
        </p:nvSpPr>
        <p:spPr>
          <a:xfrm>
            <a:off x="850900" y="8655857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/>
              <a:t>點擊 </a:t>
            </a:r>
            <a:r>
              <a:rPr lang="zh-TW" altLang="en-US" dirty="0">
                <a:solidFill>
                  <a:srgbClr val="FF0000"/>
                </a:solidFill>
              </a:rPr>
              <a:t>連接</a:t>
            </a:r>
            <a:r>
              <a:rPr lang="en-US" altLang="zh-TW" dirty="0">
                <a:solidFill>
                  <a:srgbClr val="FF0000"/>
                </a:solidFill>
              </a:rPr>
              <a:t>BLE</a:t>
            </a:r>
          </a:p>
        </p:txBody>
      </p:sp>
    </p:spTree>
    <p:extLst>
      <p:ext uri="{BB962C8B-B14F-4D97-AF65-F5344CB8AC3E}">
        <p14:creationId xmlns:p14="http://schemas.microsoft.com/office/powerpoint/2010/main" val="210043856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0CD2-A081-A4F2-6239-A6F1B906D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01DD0D20-F03A-184A-9DF4-9C19622CB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35787"/>
            <a:ext cx="4610743" cy="4382112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F58DED9D-A9EC-7213-82F4-3F767F66D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E8FA29-C64C-DC18-CB8B-7CF9AB3AA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175</a:t>
            </a:fld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C6FA38-AC4B-C357-9F9D-CB09A9BB1114}"/>
              </a:ext>
            </a:extLst>
          </p:cNvPr>
          <p:cNvSpPr/>
          <p:nvPr/>
        </p:nvSpPr>
        <p:spPr>
          <a:xfrm>
            <a:off x="6724971" y="3474243"/>
            <a:ext cx="22098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BF18CB2F-ADFC-94D1-A5EE-32F600AB5F39}"/>
              </a:ext>
            </a:extLst>
          </p:cNvPr>
          <p:cNvSpPr txBox="1">
            <a:spLocks/>
          </p:cNvSpPr>
          <p:nvPr/>
        </p:nvSpPr>
        <p:spPr>
          <a:xfrm>
            <a:off x="838200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/>
              <a:t>點擊 </a:t>
            </a:r>
            <a:r>
              <a:rPr lang="zh-TW" altLang="zh-TW" dirty="0">
                <a:solidFill>
                  <a:srgbClr val="FF0000"/>
                </a:solidFill>
              </a:rPr>
              <a:t>Super Smart Racket</a:t>
            </a:r>
          </a:p>
          <a:p>
            <a:pPr indent="817200"/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28127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B9931-7A65-BCAC-BDD1-D52A76E81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083AAEE-0FFB-085E-D345-9049DB7BE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896" y="1866900"/>
            <a:ext cx="13236005" cy="623328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6D5FDED3-037A-42F7-C6A2-ADFD0CC54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網頁接收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E23668-8E6C-26BD-484D-9457ED9AF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176</a:t>
            </a:fld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984754-6863-5131-80BE-412505F4198A}"/>
              </a:ext>
            </a:extLst>
          </p:cNvPr>
          <p:cNvSpPr/>
          <p:nvPr/>
        </p:nvSpPr>
        <p:spPr>
          <a:xfrm>
            <a:off x="13742701" y="1895095"/>
            <a:ext cx="16002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5F589EC3-4971-8366-DC15-D49BA26F5334}"/>
              </a:ext>
            </a:extLst>
          </p:cNvPr>
          <p:cNvSpPr txBox="1">
            <a:spLocks/>
          </p:cNvSpPr>
          <p:nvPr/>
        </p:nvSpPr>
        <p:spPr>
          <a:xfrm>
            <a:off x="838200" y="84963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/>
            <a:r>
              <a:rPr lang="zh-TW" altLang="en-US" dirty="0"/>
              <a:t>確認 </a:t>
            </a:r>
            <a:r>
              <a:rPr lang="zh-TW" altLang="en-US" dirty="0">
                <a:solidFill>
                  <a:srgbClr val="FF0000"/>
                </a:solidFill>
              </a:rPr>
              <a:t>已連線 </a:t>
            </a:r>
            <a:r>
              <a:rPr lang="zh-TW" altLang="en-US" dirty="0"/>
              <a:t>即可</a:t>
            </a:r>
            <a:endParaRPr lang="zh-TW" altLang="zh-TW" dirty="0"/>
          </a:p>
          <a:p>
            <a:pPr indent="817200"/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055019"/>
      </p:ext>
    </p:extLst>
  </p:cSld>
  <p:clrMapOvr>
    <a:masterClrMapping/>
  </p:clrMapOvr>
</p:sld>
</file>

<file path=ppt/theme/theme1.xml><?xml version="1.0" encoding="utf-8"?>
<a:theme xmlns:a="http://schemas.openxmlformats.org/drawingml/2006/main" name="3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29803</TotalTime>
  <Words>5989</Words>
  <Application>Microsoft Office PowerPoint</Application>
  <PresentationFormat>自訂</PresentationFormat>
  <Paragraphs>710</Paragraphs>
  <Slides>176</Slides>
  <Notes>3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4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176</vt:i4>
      </vt:variant>
    </vt:vector>
  </HeadingPairs>
  <TitlesOfParts>
    <vt:vector size="190" baseType="lpstr">
      <vt:lpstr>Noto Sans T Chinese</vt:lpstr>
      <vt:lpstr>Times New Roman</vt:lpstr>
      <vt:lpstr>Arial</vt:lpstr>
      <vt:lpstr>標楷體</vt:lpstr>
      <vt:lpstr>Wingdings</vt:lpstr>
      <vt:lpstr>微軟正黑體</vt:lpstr>
      <vt:lpstr>Calibri</vt:lpstr>
      <vt:lpstr>Noto Sans T Chinese Bold</vt:lpstr>
      <vt:lpstr>3_自訂設計</vt:lpstr>
      <vt:lpstr>1_自訂設計</vt:lpstr>
      <vt:lpstr>2_自訂設計</vt:lpstr>
      <vt:lpstr>自訂設計</vt:lpstr>
      <vt:lpstr>封裝程式殼層物件</vt:lpstr>
      <vt:lpstr>封裝</vt:lpstr>
      <vt:lpstr>第八章             智慧球拍</vt:lpstr>
      <vt:lpstr>章節介紹</vt:lpstr>
      <vt:lpstr>實作核心流程</vt:lpstr>
      <vt:lpstr>PowerPoint 簡報</vt:lpstr>
      <vt:lpstr>Edge Impulse 事前準備-1/2</vt:lpstr>
      <vt:lpstr>Edge Impulse 事前準備-2/2</vt:lpstr>
      <vt:lpstr>Python 事前準備</vt:lpstr>
      <vt:lpstr>Keil 安裝 (1/4)</vt:lpstr>
      <vt:lpstr>Keil 安裝 (2/4)</vt:lpstr>
      <vt:lpstr>Keil 安裝 (3/4)</vt:lpstr>
      <vt:lpstr>Keil 安裝 (4/4)</vt:lpstr>
      <vt:lpstr>安裝 67595 Keil Support Package (1/3)</vt:lpstr>
      <vt:lpstr>安裝 67595 Keil Support Package (2/3)</vt:lpstr>
      <vt:lpstr>安裝 67595 Keil Support Package (3/3)</vt:lpstr>
      <vt:lpstr>PowerPoint 簡報</vt:lpstr>
      <vt:lpstr>程式碼介紹</vt:lpstr>
      <vt:lpstr>程式碼下載</vt:lpstr>
      <vt:lpstr>PowerPoint 簡報</vt:lpstr>
      <vt:lpstr>修改 main.c (1/3)</vt:lpstr>
      <vt:lpstr>修改 main.c (2/3)</vt:lpstr>
      <vt:lpstr>修改 main.c (3/3)</vt:lpstr>
      <vt:lpstr>添加 i2c.c (1/2)</vt:lpstr>
      <vt:lpstr>添加 i2c.c (2/2)</vt:lpstr>
      <vt:lpstr>添加 LSM6DS3.c (1/2)</vt:lpstr>
      <vt:lpstr>添加 LSM6DS3.c (2/2)</vt:lpstr>
      <vt:lpstr>添加 LSM6DS3.h (1/2)</vt:lpstr>
      <vt:lpstr>添加 LSM6DS3.h (2/2)</vt:lpstr>
      <vt:lpstr>更改 CC 內容 </vt:lpstr>
      <vt:lpstr>編譯韌體專案</vt:lpstr>
      <vt:lpstr>覆蓋 app_cfg.h (1/2)</vt:lpstr>
      <vt:lpstr>覆蓋 app_cfg (2/2)</vt:lpstr>
      <vt:lpstr>編譯韌體專案</vt:lpstr>
      <vt:lpstr>收集姿勢數據 (1/)</vt:lpstr>
      <vt:lpstr>收集姿勢數據 (2/)</vt:lpstr>
      <vt:lpstr>收集姿勢數據 (3/)</vt:lpstr>
      <vt:lpstr>收集姿勢數據 (4/)</vt:lpstr>
      <vt:lpstr>收集姿勢數據 (5/)</vt:lpstr>
      <vt:lpstr>收集姿勢數據 (6/)</vt:lpstr>
      <vt:lpstr>收集姿勢數據 (7/)</vt:lpstr>
      <vt:lpstr>收集姿勢數據 (8/)</vt:lpstr>
      <vt:lpstr>PowerPoint 簡報</vt:lpstr>
      <vt:lpstr>自行製作資料集 (1/15)</vt:lpstr>
      <vt:lpstr>自行製作資料集 (2/15)</vt:lpstr>
      <vt:lpstr>自行製作資料集 (3/15)</vt:lpstr>
      <vt:lpstr>自行製作資料集 (4/15)</vt:lpstr>
      <vt:lpstr>自行製作資料集 (5/15)</vt:lpstr>
      <vt:lpstr>自行製作資料集 (6/15)</vt:lpstr>
      <vt:lpstr>自行製作資料集 (7/15)</vt:lpstr>
      <vt:lpstr>自行製作資料集 (8/15)</vt:lpstr>
      <vt:lpstr>自行製作資料集 (9/15)</vt:lpstr>
      <vt:lpstr>自行製作資料集 (10/15)</vt:lpstr>
      <vt:lpstr>自行製作資料集 (11/15)</vt:lpstr>
      <vt:lpstr>自行製作資料集 (12/15)</vt:lpstr>
      <vt:lpstr>自行製作資料集 (13/15)</vt:lpstr>
      <vt:lpstr>自行製作資料集 (14/15)</vt:lpstr>
      <vt:lpstr>自行製作資料集 (15/15)</vt:lpstr>
      <vt:lpstr>建立脈衝</vt:lpstr>
      <vt:lpstr>輸入設定</vt:lpstr>
      <vt:lpstr>處理區塊設定 (1/3)</vt:lpstr>
      <vt:lpstr>處理區塊設定 (2/3)</vt:lpstr>
      <vt:lpstr>處理區塊設定 (3/3)</vt:lpstr>
      <vt:lpstr>處理區塊設定 (1/3)</vt:lpstr>
      <vt:lpstr>處理區塊設定 (2/3)</vt:lpstr>
      <vt:lpstr>處理區塊設定 (3/3)</vt:lpstr>
      <vt:lpstr>儲存 features</vt:lpstr>
      <vt:lpstr>姿態特徵預處理 (1/4)</vt:lpstr>
      <vt:lpstr>姿態特徵預處理 (2/4)</vt:lpstr>
      <vt:lpstr>姿態特徵預處理 (3/4)</vt:lpstr>
      <vt:lpstr>姿態特徵預處理 (4/4)</vt:lpstr>
      <vt:lpstr>神經網路設定 (1/3)</vt:lpstr>
      <vt:lpstr>神經網路設定 (2/3)</vt:lpstr>
      <vt:lpstr>神經網路設定 (3/3)</vt:lpstr>
      <vt:lpstr>模型訓練</vt:lpstr>
      <vt:lpstr>下載模型 (1/2)</vt:lpstr>
      <vt:lpstr>下載模型 (2/2)</vt:lpstr>
      <vt:lpstr>PowerPoint 簡報</vt:lpstr>
      <vt:lpstr>修改 Keil 編譯器</vt:lpstr>
      <vt:lpstr>下載 GNU 編譯器 (1/2)</vt:lpstr>
      <vt:lpstr>下載 GNU 編譯器 (2/2)</vt:lpstr>
      <vt:lpstr>開啟MP韌體專案 (1/2)</vt:lpstr>
      <vt:lpstr>開啟MP韌體專案 (2/2)</vt:lpstr>
      <vt:lpstr>更改 GNU 路徑 (1/2)</vt:lpstr>
      <vt:lpstr>更改 GNU 路徑 (2/2)</vt:lpstr>
      <vt:lpstr>更改 Output 儲存位置 (1/3)</vt:lpstr>
      <vt:lpstr>更改 Output 儲存位置 (2/3)</vt:lpstr>
      <vt:lpstr>更改 Output 儲存位置 (3/3)</vt:lpstr>
      <vt:lpstr>更改 Listing 儲存位置 (1/2)</vt:lpstr>
      <vt:lpstr>更改 Listing 儲存位置 (2/2)</vt:lpstr>
      <vt:lpstr>更改 User Build Run </vt:lpstr>
      <vt:lpstr>更改 CC 內容 (1/4)</vt:lpstr>
      <vt:lpstr>更改 CC 內容 (2/4)</vt:lpstr>
      <vt:lpstr>更改 CC 內容 (3/4)</vt:lpstr>
      <vt:lpstr>更改 CC 內容 (4/4)</vt:lpstr>
      <vt:lpstr>更改 Linker 內容 (1/2)</vt:lpstr>
      <vt:lpstr>更改 Linker 內容 (2/2)</vt:lpstr>
      <vt:lpstr>更改 Debug 內容</vt:lpstr>
      <vt:lpstr>Keil 匯入 (1/4)</vt:lpstr>
      <vt:lpstr>Keil 匯入 (2/4)</vt:lpstr>
      <vt:lpstr>Keil 匯入 (3/4)</vt:lpstr>
      <vt:lpstr>Keil 匯入 (3/4) (續)</vt:lpstr>
      <vt:lpstr>Keil 匯入 (3/4) (續)</vt:lpstr>
      <vt:lpstr>Keil 匯入 (3/4) (續)</vt:lpstr>
      <vt:lpstr>Keil 匯入 (3/4) (續)</vt:lpstr>
      <vt:lpstr>Keil 匯入 (3/4) (續)</vt:lpstr>
      <vt:lpstr>Keil 匯入 (4/4)</vt:lpstr>
      <vt:lpstr>更改 lib (1/ 10)</vt:lpstr>
      <vt:lpstr>更改 lib (2/ 10)</vt:lpstr>
      <vt:lpstr>更改 lib (3/ 10)</vt:lpstr>
      <vt:lpstr>更改 lib (4/ 10)</vt:lpstr>
      <vt:lpstr>更改 lib (5/ 10)</vt:lpstr>
      <vt:lpstr>更改 lib (6/ 10)</vt:lpstr>
      <vt:lpstr>更改 lib (7/ 10)</vt:lpstr>
      <vt:lpstr>更改 lib (8/ 10)</vt:lpstr>
      <vt:lpstr>更改 lib (9/ 10)</vt:lpstr>
      <vt:lpstr>更改 lib (10/ 10)</vt:lpstr>
      <vt:lpstr>修改 main.c (1/3)</vt:lpstr>
      <vt:lpstr>修改 main.c (2/3)</vt:lpstr>
      <vt:lpstr>修改 main.c (3/3)</vt:lpstr>
      <vt:lpstr>新增 ei_main.cpp (1/2)</vt:lpstr>
      <vt:lpstr>新增 ei_main.cpp (2/2)</vt:lpstr>
      <vt:lpstr>新增 ei_main.h (1/2)</vt:lpstr>
      <vt:lpstr>新增 ei_main.h (2/2)</vt:lpstr>
      <vt:lpstr>新增 i2c.c (1/2)</vt:lpstr>
      <vt:lpstr>新增 i2c.c (2/2)</vt:lpstr>
      <vt:lpstr>新增 i2c.h (1/2)</vt:lpstr>
      <vt:lpstr>新增 i2c.h (2/2)</vt:lpstr>
      <vt:lpstr>新增 LSM6DS3.c (1/2)</vt:lpstr>
      <vt:lpstr>新增 LSM6DS3.c (2/2)</vt:lpstr>
      <vt:lpstr>新增 LSM6DS3.h (1/2)</vt:lpstr>
      <vt:lpstr>新增 LSM6DS3.h (2/2)</vt:lpstr>
      <vt:lpstr>新增 shared_memory.c (1/2)</vt:lpstr>
      <vt:lpstr>新增 shared_memory.c (2/2)</vt:lpstr>
      <vt:lpstr>新增 shared_memory.h (1/2)</vt:lpstr>
      <vt:lpstr>新增 shared_memory.h (2/2)</vt:lpstr>
      <vt:lpstr>PowerPoint 簡報</vt:lpstr>
      <vt:lpstr>開啟 CP 韌體專案 </vt:lpstr>
      <vt:lpstr>修改 app_main.c (1/3)</vt:lpstr>
      <vt:lpstr>修改 app_main.c (2/3)</vt:lpstr>
      <vt:lpstr>修改 app_main.c (3/3)</vt:lpstr>
      <vt:lpstr>新增 shared_memory.c (1/2)</vt:lpstr>
      <vt:lpstr>新增 shared_memory.c (2/2)</vt:lpstr>
      <vt:lpstr>新增 shared_memory.h (1/2)</vt:lpstr>
      <vt:lpstr>新增 shared_memory.h (2/2)</vt:lpstr>
      <vt:lpstr>新增 ble_trx_service_integrated.c (1/2)</vt:lpstr>
      <vt:lpstr>新增 ble_trx_service_integrated.c (2/2)</vt:lpstr>
      <vt:lpstr>新增 ble_trx_service_integrated.h (1/2)</vt:lpstr>
      <vt:lpstr>新增 ble_trx_service_integrated.h (2/2)</vt:lpstr>
      <vt:lpstr>覆蓋 app_cfg (1/2)</vt:lpstr>
      <vt:lpstr>覆蓋 app_cfg (2/2)</vt:lpstr>
      <vt:lpstr>覆蓋 app_cfg (2/2)</vt:lpstr>
      <vt:lpstr>更改 CC 內容 </vt:lpstr>
      <vt:lpstr>編譯 CP 韌體專案</vt:lpstr>
      <vt:lpstr>添加 le_event_get_conn_handle (1/4)</vt:lpstr>
      <vt:lpstr>添加 le_event_get_conn_handle (2/4)</vt:lpstr>
      <vt:lpstr>添加 le_event_get_conn_handle (3/4)</vt:lpstr>
      <vt:lpstr>添加 le_event_get_conn_handle (4/4)</vt:lpstr>
      <vt:lpstr>編譯 CP 韌體專案</vt:lpstr>
      <vt:lpstr>開啟MP韌體專案 </vt:lpstr>
      <vt:lpstr>修改 ble_peripheral_mp.bat </vt:lpstr>
      <vt:lpstr>編譯 MP 韌體專案</vt:lpstr>
      <vt:lpstr>燒錄 Start  Recognition 韌體專案</vt:lpstr>
      <vt:lpstr>PowerPoint 簡報</vt:lpstr>
      <vt:lpstr>手機程式下載</vt:lpstr>
      <vt:lpstr>球拍APP使用(1/8)</vt:lpstr>
      <vt:lpstr>球拍APP使用(2/8)</vt:lpstr>
      <vt:lpstr>球拍APP使用(3/8)</vt:lpstr>
      <vt:lpstr>球拍APP使用(4/8)</vt:lpstr>
      <vt:lpstr>球拍APP使用(5/8)</vt:lpstr>
      <vt:lpstr>球拍APP使用(6/8)</vt:lpstr>
      <vt:lpstr>球拍APP使用(7/8)</vt:lpstr>
      <vt:lpstr>球拍APP使用(8/8)</vt:lpstr>
      <vt:lpstr>PowerPoint 簡報</vt:lpstr>
      <vt:lpstr>網頁接收</vt:lpstr>
      <vt:lpstr>網頁接收 (1/3)</vt:lpstr>
      <vt:lpstr>網頁接收 (2/3)</vt:lpstr>
      <vt:lpstr>網頁接收 (3/3)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盛群BMduino公版PPT</dc:title>
  <dc:creator>Mthrew</dc:creator>
  <cp:lastModifiedBy>吳俊彥</cp:lastModifiedBy>
  <cp:revision>2962</cp:revision>
  <dcterms:created xsi:type="dcterms:W3CDTF">2006-08-16T00:00:00Z</dcterms:created>
  <dcterms:modified xsi:type="dcterms:W3CDTF">2026-09-22T05:21:08Z</dcterms:modified>
  <dc:identifier>DAGJx7JasHY</dc:identifier>
</cp:coreProperties>
</file>